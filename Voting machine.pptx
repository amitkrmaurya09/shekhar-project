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0058400" cy="7772400"/>
  <p:notesSz cx="10058400" cy="7772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69" d="100"/>
          <a:sy n="69" d="100"/>
        </p:scale>
        <p:origin x="1661" y="67"/>
      </p:cViewPr>
      <p:guideLst>
        <p:guide pos="2880" orient="horz"/>
        <p:guide pos="216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0B8F1-5896-3A4F-D9CD-3AC32618BC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756B5D-3C6D-09B5-8C51-01B6D0C4AD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D97FD6-75D5-EC52-2B35-959EFE6E80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7E95F4-E515-0220-CA96-CA4BAADDC4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FE827D-88D8-0F22-4D59-7D59F46C6B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4A29F1-2D74-ED62-FCD4-64CC91AFD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C6D9E5-0CE1-D766-0815-011124106C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7EAC3A-AC72-3DEC-544B-133C1D900A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A7880D-509C-B9A4-5CA5-D63BF09CCA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290EEF-B9D0-9119-9F60-F8168BA3C7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692938-AF8A-BC95-B76F-5C6E12C5E2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A393E1-ECDD-7E8D-F464-6BA9C7D35C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2BD25B-68AC-47A1-3643-D4361DCEFB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C8817D-5A9D-1779-551E-04D1F75EB9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314937" name="Holder 2"/>
          <p:cNvSpPr>
            <a:spLocks noGrp="1"/>
          </p:cNvSpPr>
          <p:nvPr>
            <p:ph type="ctrTitle"/>
          </p:nvPr>
        </p:nvSpPr>
        <p:spPr bwMode="auto">
          <a:xfrm>
            <a:off x="754379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7796243" name="Holder 3"/>
          <p:cNvSpPr>
            <a:spLocks noGrp="1"/>
          </p:cNvSpPr>
          <p:nvPr>
            <p:ph type="subTitle" idx="4"/>
          </p:nvPr>
        </p:nvSpPr>
        <p:spPr bwMode="auto">
          <a:xfrm>
            <a:off x="1508759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119434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74009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3970">
              <a:lnSpc>
                <a:spcPts val="1045"/>
              </a:lnSpc>
              <a:defRPr/>
            </a:pPr>
            <a:r>
              <a:rPr spc="-20"/>
              <a:t>17-</a:t>
            </a:r>
            <a:r>
              <a:rPr spc="-10"/>
              <a:t>04-</a:t>
            </a:r>
            <a:r>
              <a:rPr spc="-20"/>
              <a:t>2026</a:t>
            </a:r>
            <a:endParaRPr/>
          </a:p>
        </p:txBody>
      </p:sp>
      <p:sp>
        <p:nvSpPr>
          <p:cNvPr id="8670498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76835">
              <a:lnSpc>
                <a:spcPts val="106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017431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9982892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258443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915926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3970">
              <a:lnSpc>
                <a:spcPts val="1045"/>
              </a:lnSpc>
              <a:defRPr/>
            </a:pPr>
            <a:r>
              <a:rPr spc="-20"/>
              <a:t>17-</a:t>
            </a:r>
            <a:r>
              <a:rPr spc="-10"/>
              <a:t>04-</a:t>
            </a:r>
            <a:r>
              <a:rPr spc="-20"/>
              <a:t>2026</a:t>
            </a:r>
            <a:endParaRPr/>
          </a:p>
        </p:txBody>
      </p:sp>
      <p:sp>
        <p:nvSpPr>
          <p:cNvPr id="89010965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76835">
              <a:lnSpc>
                <a:spcPts val="106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418016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0339328" name="Holder 3"/>
          <p:cNvSpPr>
            <a:spLocks noGrp="1"/>
          </p:cNvSpPr>
          <p:nvPr>
            <p:ph sz="half" idx="2"/>
          </p:nvPr>
        </p:nvSpPr>
        <p:spPr bwMode="auto">
          <a:xfrm>
            <a:off x="502920" y="1787651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94414023" name="Holder 4"/>
          <p:cNvSpPr>
            <a:spLocks noGrp="1"/>
          </p:cNvSpPr>
          <p:nvPr>
            <p:ph sz="half" idx="3"/>
          </p:nvPr>
        </p:nvSpPr>
        <p:spPr bwMode="auto">
          <a:xfrm>
            <a:off x="5180076" y="1787651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5002659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427179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3970">
              <a:lnSpc>
                <a:spcPts val="1045"/>
              </a:lnSpc>
              <a:defRPr/>
            </a:pPr>
            <a:r>
              <a:rPr spc="-20"/>
              <a:t>17-</a:t>
            </a:r>
            <a:r>
              <a:rPr spc="-10"/>
              <a:t>04-</a:t>
            </a:r>
            <a:r>
              <a:rPr spc="-20"/>
              <a:t>2026</a:t>
            </a:r>
            <a:endParaRPr/>
          </a:p>
        </p:txBody>
      </p:sp>
      <p:sp>
        <p:nvSpPr>
          <p:cNvPr id="76011556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76835">
              <a:lnSpc>
                <a:spcPts val="106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493284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886054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233980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3970">
              <a:lnSpc>
                <a:spcPts val="1045"/>
              </a:lnSpc>
              <a:defRPr/>
            </a:pPr>
            <a:r>
              <a:rPr spc="-20"/>
              <a:t>17-</a:t>
            </a:r>
            <a:r>
              <a:rPr spc="-10"/>
              <a:t>04-</a:t>
            </a:r>
            <a:r>
              <a:rPr spc="-20"/>
              <a:t>2026</a:t>
            </a:r>
            <a:endParaRPr/>
          </a:p>
        </p:txBody>
      </p:sp>
      <p:sp>
        <p:nvSpPr>
          <p:cNvPr id="131267711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76835">
              <a:lnSpc>
                <a:spcPts val="106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28503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806299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3970">
              <a:lnSpc>
                <a:spcPts val="1045"/>
              </a:lnSpc>
              <a:defRPr/>
            </a:pPr>
            <a:r>
              <a:rPr spc="-20"/>
              <a:t>17-</a:t>
            </a:r>
            <a:r>
              <a:rPr spc="-10"/>
              <a:t>04-</a:t>
            </a:r>
            <a:r>
              <a:rPr spc="-20"/>
              <a:t>2026</a:t>
            </a:r>
            <a:endParaRPr/>
          </a:p>
        </p:txBody>
      </p:sp>
      <p:sp>
        <p:nvSpPr>
          <p:cNvPr id="62012190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76835">
              <a:lnSpc>
                <a:spcPts val="106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71179" name="Holder 2"/>
          <p:cNvSpPr>
            <a:spLocks noGrp="1"/>
          </p:cNvSpPr>
          <p:nvPr>
            <p:ph type="title"/>
          </p:nvPr>
        </p:nvSpPr>
        <p:spPr bwMode="auto">
          <a:xfrm>
            <a:off x="2509455" y="1037333"/>
            <a:ext cx="5040630" cy="579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8529745" name="Holder 3"/>
          <p:cNvSpPr>
            <a:spLocks noGrp="1"/>
          </p:cNvSpPr>
          <p:nvPr>
            <p:ph type="body" idx="1"/>
          </p:nvPr>
        </p:nvSpPr>
        <p:spPr bwMode="auto">
          <a:xfrm>
            <a:off x="753909" y="2224566"/>
            <a:ext cx="7108825" cy="2288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438952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159183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98535" y="6498926"/>
            <a:ext cx="735330" cy="192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3970">
              <a:lnSpc>
                <a:spcPts val="1045"/>
              </a:lnSpc>
              <a:defRPr/>
            </a:pPr>
            <a:r>
              <a:rPr spc="-20"/>
              <a:t>17-</a:t>
            </a:r>
            <a:r>
              <a:rPr spc="-10"/>
              <a:t>04-</a:t>
            </a:r>
            <a:r>
              <a:rPr spc="-20"/>
              <a:t>2026</a:t>
            </a:r>
            <a:endParaRPr/>
          </a:p>
        </p:txBody>
      </p:sp>
      <p:sp>
        <p:nvSpPr>
          <p:cNvPr id="12402200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150589" y="6386131"/>
            <a:ext cx="192506" cy="153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76835">
              <a:lnSpc>
                <a:spcPts val="106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geeksforgeeks.org/" TargetMode="External"/><Relationship Id="rId4" Type="http://schemas.openxmlformats.org/officeDocument/2006/relationships/hyperlink" Target="https://www.physicwallah.com/" TargetMode="External"/><Relationship Id="rId5" Type="http://schemas.openxmlformats.org/officeDocument/2006/relationships/hyperlink" Target="https://docs.python.org/3/" TargetMode="External"/><Relationship Id="rId6" Type="http://schemas.openxmlformats.org/officeDocument/2006/relationships/hyperlink" Target="https://www.flaticon.com/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011597" name="object 2"/>
          <p:cNvSpPr txBox="1"/>
          <p:nvPr/>
        </p:nvSpPr>
        <p:spPr bwMode="auto">
          <a:xfrm>
            <a:off x="2133600" y="1447253"/>
            <a:ext cx="7279054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defRPr/>
            </a:pPr>
            <a:r>
              <a:rPr lang="en-IN" sz="2950" b="1">
                <a:latin typeface="Times New Roman"/>
                <a:cs typeface="Times New Roman"/>
              </a:rPr>
              <a:t>ELECTRONIC VOTING MACHINE 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914767643" name="object 3"/>
          <p:cNvSpPr txBox="1"/>
          <p:nvPr/>
        </p:nvSpPr>
        <p:spPr bwMode="auto">
          <a:xfrm>
            <a:off x="5683996" y="5403577"/>
            <a:ext cx="4104004" cy="114326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lang="en-IN" sz="1450" b="1">
                <a:latin typeface="Times New Roman"/>
                <a:cs typeface="Times New Roman"/>
              </a:rPr>
              <a:t>Chandrashekhar Yadav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  <a:defRPr/>
            </a:pPr>
            <a:r>
              <a:rPr sz="1450" b="1">
                <a:latin typeface="Times New Roman"/>
                <a:cs typeface="Times New Roman"/>
              </a:rPr>
              <a:t>Roll</a:t>
            </a:r>
            <a:r>
              <a:rPr sz="1450" b="1" spc="45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No:</a:t>
            </a:r>
            <a:r>
              <a:rPr sz="1450" b="1" spc="40">
                <a:latin typeface="Times New Roman"/>
                <a:cs typeface="Times New Roman"/>
              </a:rPr>
              <a:t> </a:t>
            </a:r>
            <a:r>
              <a:rPr sz="1450" b="1" spc="-10">
                <a:latin typeface="Times New Roman"/>
                <a:cs typeface="Times New Roman"/>
              </a:rPr>
              <a:t>231345010</a:t>
            </a:r>
            <a:r>
              <a:rPr lang="en-IN" sz="1450" b="1" spc="-10">
                <a:latin typeface="Times New Roman"/>
                <a:cs typeface="Times New Roman"/>
              </a:rPr>
              <a:t>17</a:t>
            </a:r>
            <a:endParaRPr sz="1450">
              <a:latin typeface="Times New Roman"/>
              <a:cs typeface="Times New Roman"/>
            </a:endParaRPr>
          </a:p>
          <a:p>
            <a:pPr marL="12700" marR="5080">
              <a:lnSpc>
                <a:spcPts val="1789"/>
              </a:lnSpc>
              <a:spcBef>
                <a:spcPts val="55"/>
              </a:spcBef>
              <a:defRPr/>
            </a:pPr>
            <a:r>
              <a:rPr sz="1450" b="1">
                <a:latin typeface="Times New Roman"/>
                <a:cs typeface="Times New Roman"/>
              </a:rPr>
              <a:t>Department</a:t>
            </a:r>
            <a:r>
              <a:rPr sz="1450" b="1" spc="70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of</a:t>
            </a:r>
            <a:r>
              <a:rPr sz="1450" b="1" spc="65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Computer</a:t>
            </a:r>
            <a:r>
              <a:rPr sz="1450" b="1" spc="50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Science</a:t>
            </a:r>
            <a:r>
              <a:rPr sz="1450" b="1" spc="80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and</a:t>
            </a:r>
            <a:r>
              <a:rPr sz="1450" b="1" spc="65">
                <a:latin typeface="Times New Roman"/>
                <a:cs typeface="Times New Roman"/>
              </a:rPr>
              <a:t> </a:t>
            </a:r>
            <a:r>
              <a:rPr sz="1450" b="1" spc="-10">
                <a:latin typeface="Times New Roman"/>
                <a:cs typeface="Times New Roman"/>
              </a:rPr>
              <a:t>Engineering </a:t>
            </a:r>
            <a:r>
              <a:rPr sz="1450" b="1">
                <a:latin typeface="Times New Roman"/>
                <a:cs typeface="Times New Roman"/>
              </a:rPr>
              <a:t>B.Tech.</a:t>
            </a:r>
            <a:r>
              <a:rPr sz="1450" b="1" spc="-10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Sixth</a:t>
            </a:r>
            <a:r>
              <a:rPr sz="1450" b="1" spc="20">
                <a:latin typeface="Times New Roman"/>
                <a:cs typeface="Times New Roman"/>
              </a:rPr>
              <a:t> </a:t>
            </a:r>
            <a:r>
              <a:rPr sz="1450" b="1" spc="-10">
                <a:latin typeface="Times New Roman"/>
                <a:cs typeface="Times New Roman"/>
              </a:rPr>
              <a:t>Semester</a:t>
            </a:r>
            <a:endParaRPr sz="1450">
              <a:latin typeface="Times New Roman"/>
              <a:cs typeface="Times New Roman"/>
            </a:endParaRPr>
          </a:p>
          <a:p>
            <a:pPr marR="487680" algn="r">
              <a:lnSpc>
                <a:spcPct val="100000"/>
              </a:lnSpc>
              <a:spcBef>
                <a:spcPts val="295"/>
              </a:spcBef>
              <a:defRPr/>
            </a:pPr>
            <a:r>
              <a:rPr sz="1000" spc="-5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44289097" name="object 4"/>
          <p:cNvSpPr txBox="1"/>
          <p:nvPr/>
        </p:nvSpPr>
        <p:spPr bwMode="auto">
          <a:xfrm>
            <a:off x="220475" y="5428029"/>
            <a:ext cx="4104004" cy="4794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1450" b="1">
                <a:latin typeface="Times New Roman"/>
                <a:cs typeface="Times New Roman"/>
              </a:rPr>
              <a:t>Prof.</a:t>
            </a:r>
            <a:r>
              <a:rPr sz="1450" b="1" spc="15">
                <a:latin typeface="Times New Roman"/>
                <a:cs typeface="Times New Roman"/>
              </a:rPr>
              <a:t> </a:t>
            </a:r>
            <a:r>
              <a:rPr sz="1450" b="1" spc="-10">
                <a:latin typeface="Times New Roman"/>
                <a:cs typeface="Times New Roman"/>
              </a:rPr>
              <a:t>Premnath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  <a:defRPr/>
            </a:pPr>
            <a:r>
              <a:rPr sz="1450" b="1">
                <a:latin typeface="Times New Roman"/>
                <a:cs typeface="Times New Roman"/>
              </a:rPr>
              <a:t>Department</a:t>
            </a:r>
            <a:r>
              <a:rPr sz="1450" b="1" spc="70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of</a:t>
            </a:r>
            <a:r>
              <a:rPr sz="1450" b="1" spc="65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Computer</a:t>
            </a:r>
            <a:r>
              <a:rPr sz="1450" b="1" spc="50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Science</a:t>
            </a:r>
            <a:r>
              <a:rPr sz="1450" b="1" spc="80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and</a:t>
            </a:r>
            <a:r>
              <a:rPr sz="1450" b="1" spc="65">
                <a:latin typeface="Times New Roman"/>
                <a:cs typeface="Times New Roman"/>
              </a:rPr>
              <a:t> </a:t>
            </a:r>
            <a:r>
              <a:rPr sz="1450" b="1" spc="-10">
                <a:latin typeface="Times New Roman"/>
                <a:cs typeface="Times New Roman"/>
              </a:rPr>
              <a:t>Engineering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59524177" name="object 5"/>
          <p:cNvSpPr txBox="1"/>
          <p:nvPr/>
        </p:nvSpPr>
        <p:spPr bwMode="auto">
          <a:xfrm>
            <a:off x="5632213" y="5021069"/>
            <a:ext cx="90678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defRPr/>
            </a:pPr>
            <a:r>
              <a:rPr sz="1300" b="1" i="1">
                <a:latin typeface="Times New Roman"/>
                <a:cs typeface="Times New Roman"/>
              </a:rPr>
              <a:t>Presented</a:t>
            </a:r>
            <a:r>
              <a:rPr sz="1300" b="1" i="1" spc="40">
                <a:latin typeface="Times New Roman"/>
                <a:cs typeface="Times New Roman"/>
              </a:rPr>
              <a:t> </a:t>
            </a:r>
            <a:r>
              <a:rPr sz="1300" b="1" i="1" spc="-25">
                <a:latin typeface="Times New Roman"/>
                <a:cs typeface="Times New Roman"/>
              </a:rPr>
              <a:t>by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90732531" name="object 6"/>
          <p:cNvSpPr txBox="1"/>
          <p:nvPr/>
        </p:nvSpPr>
        <p:spPr bwMode="auto">
          <a:xfrm>
            <a:off x="220506" y="5021069"/>
            <a:ext cx="1736089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defRPr/>
            </a:pPr>
            <a:r>
              <a:rPr sz="1300" b="1" i="1">
                <a:latin typeface="Times New Roman"/>
                <a:cs typeface="Times New Roman"/>
              </a:rPr>
              <a:t>Under</a:t>
            </a:r>
            <a:r>
              <a:rPr sz="1300" b="1" i="1" spc="45">
                <a:latin typeface="Times New Roman"/>
                <a:cs typeface="Times New Roman"/>
              </a:rPr>
              <a:t> </a:t>
            </a:r>
            <a:r>
              <a:rPr sz="1300" b="1" i="1">
                <a:latin typeface="Times New Roman"/>
                <a:cs typeface="Times New Roman"/>
              </a:rPr>
              <a:t>the</a:t>
            </a:r>
            <a:r>
              <a:rPr sz="1300" b="1" i="1" spc="35">
                <a:latin typeface="Times New Roman"/>
                <a:cs typeface="Times New Roman"/>
              </a:rPr>
              <a:t> </a:t>
            </a:r>
            <a:r>
              <a:rPr sz="1300" b="1" i="1">
                <a:latin typeface="Times New Roman"/>
                <a:cs typeface="Times New Roman"/>
              </a:rPr>
              <a:t>supervision</a:t>
            </a:r>
            <a:r>
              <a:rPr sz="1300" b="1" i="1" spc="40">
                <a:latin typeface="Times New Roman"/>
                <a:cs typeface="Times New Roman"/>
              </a:rPr>
              <a:t> </a:t>
            </a:r>
            <a:r>
              <a:rPr sz="1300" b="1" i="1" spc="-25">
                <a:latin typeface="Times New Roman"/>
                <a:cs typeface="Times New Roman"/>
              </a:rPr>
              <a:t>of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355586718" name="object 7"/>
          <p:cNvSpPr txBox="1">
            <a:spLocks noGrp="1"/>
          </p:cNvSpPr>
          <p:nvPr>
            <p:ph type="title"/>
          </p:nvPr>
        </p:nvSpPr>
        <p:spPr bwMode="auto">
          <a:xfrm>
            <a:off x="3886200" y="954655"/>
            <a:ext cx="162496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800" b="1">
                <a:latin typeface="Times New Roman"/>
                <a:cs typeface="Times New Roman"/>
              </a:rPr>
              <a:t>Presentation</a:t>
            </a:r>
            <a:r>
              <a:rPr sz="1800" b="1" spc="-20">
                <a:latin typeface="Times New Roman"/>
                <a:cs typeface="Times New Roman"/>
              </a:rPr>
              <a:t> </a:t>
            </a:r>
            <a:r>
              <a:rPr sz="1800" b="1" spc="-25">
                <a:latin typeface="Times New Roman"/>
                <a:cs typeface="Times New Roman"/>
              </a:rPr>
              <a:t>on,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61640785" name="object 9"/>
          <p:cNvSpPr txBox="1"/>
          <p:nvPr/>
        </p:nvSpPr>
        <p:spPr bwMode="auto">
          <a:xfrm>
            <a:off x="2354118" y="3239483"/>
            <a:ext cx="5816600" cy="1240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14754">
              <a:lnSpc>
                <a:spcPct val="100000"/>
              </a:lnSpc>
              <a:spcBef>
                <a:spcPts val="135"/>
              </a:spcBef>
              <a:defRPr/>
            </a:pPr>
            <a:r>
              <a:rPr sz="1450" b="1">
                <a:latin typeface="Times New Roman"/>
                <a:cs typeface="Times New Roman"/>
              </a:rPr>
              <a:t>Skill</a:t>
            </a:r>
            <a:r>
              <a:rPr sz="1450" b="1" spc="80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Course:</a:t>
            </a:r>
            <a:r>
              <a:rPr sz="1450" b="1" spc="45">
                <a:latin typeface="Times New Roman"/>
                <a:cs typeface="Times New Roman"/>
              </a:rPr>
              <a:t> </a:t>
            </a:r>
            <a:r>
              <a:rPr sz="1450" b="1" spc="-10">
                <a:latin typeface="Times New Roman"/>
                <a:cs typeface="Times New Roman"/>
              </a:rPr>
              <a:t>SET/CS/SC/C607</a:t>
            </a:r>
            <a:endParaRPr sz="1450">
              <a:latin typeface="Times New Roman"/>
              <a:cs typeface="Times New Roman"/>
            </a:endParaRPr>
          </a:p>
          <a:p>
            <a:pPr marR="359410" algn="ctr">
              <a:lnSpc>
                <a:spcPct val="100000"/>
              </a:lnSpc>
              <a:spcBef>
                <a:spcPts val="50"/>
              </a:spcBef>
              <a:defRPr/>
            </a:pPr>
            <a:r>
              <a:rPr sz="1450" b="1">
                <a:latin typeface="Times New Roman"/>
                <a:cs typeface="Times New Roman"/>
              </a:rPr>
              <a:t>Mini</a:t>
            </a:r>
            <a:r>
              <a:rPr sz="1450" b="1" spc="60">
                <a:latin typeface="Times New Roman"/>
                <a:cs typeface="Times New Roman"/>
              </a:rPr>
              <a:t> </a:t>
            </a:r>
            <a:r>
              <a:rPr sz="1450" b="1" spc="-10">
                <a:latin typeface="Times New Roman"/>
                <a:cs typeface="Times New Roman"/>
              </a:rPr>
              <a:t>Project</a:t>
            </a:r>
            <a:endParaRPr sz="1450">
              <a:latin typeface="Times New Roman"/>
              <a:cs typeface="Times New Roman"/>
            </a:endParaRPr>
          </a:p>
          <a:p>
            <a:pPr marL="12065" marR="5080" algn="ctr">
              <a:lnSpc>
                <a:spcPct val="102699"/>
              </a:lnSpc>
              <a:spcBef>
                <a:spcPts val="635"/>
              </a:spcBef>
              <a:defRPr/>
            </a:pPr>
            <a:r>
              <a:rPr sz="1450" b="1">
                <a:latin typeface="Times New Roman"/>
                <a:cs typeface="Times New Roman"/>
              </a:rPr>
              <a:t>Hemwati</a:t>
            </a:r>
            <a:r>
              <a:rPr sz="1450" b="1" spc="100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Nandan</a:t>
            </a:r>
            <a:r>
              <a:rPr sz="1450" b="1" spc="85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Bahuguna</a:t>
            </a:r>
            <a:r>
              <a:rPr sz="1450" b="1" spc="75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Garhwal</a:t>
            </a:r>
            <a:r>
              <a:rPr sz="1450" b="1" spc="65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University</a:t>
            </a:r>
            <a:r>
              <a:rPr sz="1450" b="1" spc="95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(A Central</a:t>
            </a:r>
            <a:r>
              <a:rPr sz="1450" b="1" spc="65">
                <a:latin typeface="Times New Roman"/>
                <a:cs typeface="Times New Roman"/>
              </a:rPr>
              <a:t> </a:t>
            </a:r>
            <a:r>
              <a:rPr sz="1450" b="1" spc="-10">
                <a:latin typeface="Times New Roman"/>
                <a:cs typeface="Times New Roman"/>
              </a:rPr>
              <a:t>University) </a:t>
            </a:r>
            <a:r>
              <a:rPr sz="1450" b="1">
                <a:latin typeface="Times New Roman"/>
                <a:cs typeface="Times New Roman"/>
              </a:rPr>
              <a:t>School</a:t>
            </a:r>
            <a:r>
              <a:rPr sz="1450" b="1" spc="60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of</a:t>
            </a:r>
            <a:r>
              <a:rPr sz="1450" b="1" spc="75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Engineering</a:t>
            </a:r>
            <a:r>
              <a:rPr sz="1450" b="1" spc="55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and</a:t>
            </a:r>
            <a:r>
              <a:rPr sz="1450" b="1" spc="35">
                <a:latin typeface="Times New Roman"/>
                <a:cs typeface="Times New Roman"/>
              </a:rPr>
              <a:t> </a:t>
            </a:r>
            <a:r>
              <a:rPr sz="1450" b="1" spc="-10">
                <a:latin typeface="Times New Roman"/>
                <a:cs typeface="Times New Roman"/>
              </a:rPr>
              <a:t>Technology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  <a:defRPr/>
            </a:pPr>
            <a:r>
              <a:rPr sz="1450" b="1">
                <a:latin typeface="Times New Roman"/>
                <a:cs typeface="Times New Roman"/>
              </a:rPr>
              <a:t>Department</a:t>
            </a:r>
            <a:r>
              <a:rPr sz="1450" b="1" spc="70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of</a:t>
            </a:r>
            <a:r>
              <a:rPr sz="1450" b="1" spc="65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Computer</a:t>
            </a:r>
            <a:r>
              <a:rPr sz="1450" b="1" spc="50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Science</a:t>
            </a:r>
            <a:r>
              <a:rPr sz="1450" b="1" spc="80">
                <a:latin typeface="Times New Roman"/>
                <a:cs typeface="Times New Roman"/>
              </a:rPr>
              <a:t> </a:t>
            </a:r>
            <a:r>
              <a:rPr sz="1450" b="1">
                <a:latin typeface="Times New Roman"/>
                <a:cs typeface="Times New Roman"/>
              </a:rPr>
              <a:t>and</a:t>
            </a:r>
            <a:r>
              <a:rPr sz="1450" b="1" spc="65">
                <a:latin typeface="Times New Roman"/>
                <a:cs typeface="Times New Roman"/>
              </a:rPr>
              <a:t> </a:t>
            </a:r>
            <a:r>
              <a:rPr sz="1450" b="1" spc="-10">
                <a:latin typeface="Times New Roman"/>
                <a:cs typeface="Times New Roman"/>
              </a:rPr>
              <a:t>Engineering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1603712088" name="object 10"/>
          <p:cNvPicPr/>
          <p:nvPr/>
        </p:nvPicPr>
        <p:blipFill rotWithShape="1">
          <a:blip r:embed="rId3"/>
          <a:stretch/>
        </p:blipFill>
        <p:spPr bwMode="auto">
          <a:xfrm>
            <a:off x="4302252" y="2063495"/>
            <a:ext cx="1296924" cy="10058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141387" name="object 2"/>
          <p:cNvSpPr txBox="1">
            <a:spLocks noGrp="1"/>
          </p:cNvSpPr>
          <p:nvPr>
            <p:ph type="title"/>
          </p:nvPr>
        </p:nvSpPr>
        <p:spPr bwMode="auto">
          <a:xfrm>
            <a:off x="1905000" y="750444"/>
            <a:ext cx="7091745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92150">
              <a:lnSpc>
                <a:spcPct val="100000"/>
              </a:lnSpc>
              <a:spcBef>
                <a:spcPts val="135"/>
              </a:spcBef>
              <a:defRPr/>
            </a:pPr>
            <a:r>
              <a:rPr sz="4400" b="1"/>
              <a:t>Presentation</a:t>
            </a:r>
            <a:r>
              <a:rPr sz="4400" b="1" spc="50"/>
              <a:t> </a:t>
            </a:r>
            <a:r>
              <a:rPr sz="4400" b="1" spc="-10"/>
              <a:t>Outline</a:t>
            </a:r>
            <a:endParaRPr/>
          </a:p>
        </p:txBody>
      </p:sp>
      <p:grpSp>
        <p:nvGrpSpPr>
          <p:cNvPr id="710968288" name="object 4"/>
          <p:cNvGrpSpPr/>
          <p:nvPr/>
        </p:nvGrpSpPr>
        <p:grpSpPr bwMode="auto">
          <a:xfrm>
            <a:off x="-5332" y="1619250"/>
            <a:ext cx="10061575" cy="160020"/>
            <a:chOff x="-5332" y="1619250"/>
            <a:chExt cx="10061575" cy="160020"/>
          </a:xfrm>
        </p:grpSpPr>
        <p:sp>
          <p:nvSpPr>
            <p:cNvPr id="5" name="object 5"/>
            <p:cNvSpPr/>
            <p:nvPr/>
          </p:nvSpPr>
          <p:spPr bwMode="auto">
            <a:xfrm>
              <a:off x="0" y="1624583"/>
              <a:ext cx="5762625" cy="147955"/>
            </a:xfrm>
            <a:custGeom>
              <a:avLst/>
              <a:gdLst/>
              <a:ahLst/>
              <a:cxnLst/>
              <a:rect l="l" t="t" r="r" b="b"/>
              <a:pathLst>
                <a:path w="5762625" h="147955" fill="norm" stroke="1" extrusionOk="0">
                  <a:moveTo>
                    <a:pt x="5762244" y="147828"/>
                  </a:moveTo>
                  <a:lnTo>
                    <a:pt x="0" y="147828"/>
                  </a:lnTo>
                  <a:lnTo>
                    <a:pt x="0" y="0"/>
                  </a:lnTo>
                  <a:lnTo>
                    <a:pt x="5762244" y="0"/>
                  </a:lnTo>
                  <a:lnTo>
                    <a:pt x="5762244" y="147828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0" y="1624583"/>
              <a:ext cx="5762625" cy="147955"/>
            </a:xfrm>
            <a:custGeom>
              <a:avLst/>
              <a:gdLst/>
              <a:ahLst/>
              <a:cxnLst/>
              <a:rect l="l" t="t" r="r" b="b"/>
              <a:pathLst>
                <a:path w="5762625" h="147955" fill="norm" stroke="1" extrusionOk="0">
                  <a:moveTo>
                    <a:pt x="0" y="0"/>
                  </a:moveTo>
                  <a:lnTo>
                    <a:pt x="5762244" y="0"/>
                  </a:lnTo>
                  <a:lnTo>
                    <a:pt x="5762244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5762244" y="1624583"/>
              <a:ext cx="2801620" cy="147955"/>
            </a:xfrm>
            <a:custGeom>
              <a:avLst/>
              <a:gdLst/>
              <a:ahLst/>
              <a:cxnLst/>
              <a:rect l="l" t="t" r="r" b="b"/>
              <a:pathLst>
                <a:path w="2801620" h="147955" fill="norm" stroke="1" extrusionOk="0">
                  <a:moveTo>
                    <a:pt x="0" y="147828"/>
                  </a:moveTo>
                  <a:lnTo>
                    <a:pt x="2801111" y="147828"/>
                  </a:lnTo>
                  <a:lnTo>
                    <a:pt x="2801111" y="0"/>
                  </a:lnTo>
                  <a:lnTo>
                    <a:pt x="0" y="0"/>
                  </a:lnTo>
                  <a:lnTo>
                    <a:pt x="0" y="14782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5762244" y="1624583"/>
              <a:ext cx="2818130" cy="147955"/>
            </a:xfrm>
            <a:custGeom>
              <a:avLst/>
              <a:gdLst/>
              <a:ahLst/>
              <a:cxnLst/>
              <a:rect l="l" t="t" r="r" b="b"/>
              <a:pathLst>
                <a:path w="2818129" h="147955" fill="norm" stroke="1" extrusionOk="0">
                  <a:moveTo>
                    <a:pt x="0" y="0"/>
                  </a:moveTo>
                  <a:lnTo>
                    <a:pt x="2817875" y="0"/>
                  </a:lnTo>
                  <a:lnTo>
                    <a:pt x="2817875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1487423" y="149352"/>
                  </a:moveTo>
                  <a:lnTo>
                    <a:pt x="0" y="149352"/>
                  </a:lnTo>
                  <a:lnTo>
                    <a:pt x="0" y="0"/>
                  </a:lnTo>
                  <a:lnTo>
                    <a:pt x="1487423" y="0"/>
                  </a:lnTo>
                  <a:lnTo>
                    <a:pt x="1487423" y="149352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" name="object 10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0" y="0"/>
                  </a:moveTo>
                  <a:lnTo>
                    <a:pt x="1487423" y="0"/>
                  </a:lnTo>
                  <a:lnTo>
                    <a:pt x="1487423" y="149352"/>
                  </a:lnTo>
                  <a:lnTo>
                    <a:pt x="0" y="1493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6312531" name="object 11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835">
              <a:lnSpc>
                <a:spcPts val="1060"/>
              </a:lnSpc>
              <a:defRPr/>
            </a:pPr>
            <a:fld id="{81D60167-4931-47E6-BA6A-407CBD079E47}" type="slidenum">
              <a:rPr spc="-50"/>
              <a:t>2</a:t>
            </a:fld>
            <a:endParaRPr spc="-50"/>
          </a:p>
        </p:txBody>
      </p:sp>
      <p:sp>
        <p:nvSpPr>
          <p:cNvPr id="1600326383" name="TextBox 13"/>
          <p:cNvSpPr txBox="1"/>
          <p:nvPr/>
        </p:nvSpPr>
        <p:spPr bwMode="auto">
          <a:xfrm>
            <a:off x="838200" y="2057400"/>
            <a:ext cx="502920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/>
              <a:t>Introduction &amp; Background</a:t>
            </a:r>
            <a:endParaRPr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/>
              <a:t>Objectives &amp; Scope</a:t>
            </a:r>
            <a:endParaRPr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/>
              <a:t>Literature &amp; Survey</a:t>
            </a:r>
            <a:endParaRPr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/>
              <a:t>Methodology &amp; Proposed System</a:t>
            </a:r>
            <a:endParaRPr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/>
              <a:t>Design &amp; Implementation</a:t>
            </a:r>
            <a:endParaRPr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/>
              <a:t>Hardware/Software Requirements</a:t>
            </a:r>
            <a:endParaRPr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/>
              <a:t>Result &amp; Discussion</a:t>
            </a:r>
            <a:endParaRPr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/>
              <a:t>Conclusion &amp; Future Work</a:t>
            </a:r>
            <a:endParaRPr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/>
              <a:t>Limitations</a:t>
            </a:r>
            <a:endParaRPr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/>
              <a:t>References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3456072" name="Picture 6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7102" y="6145958"/>
            <a:ext cx="8401016" cy="1207113"/>
          </a:xfrm>
          <a:prstGeom prst="rect">
            <a:avLst/>
          </a:prstGeom>
        </p:spPr>
      </p:pic>
      <p:pic>
        <p:nvPicPr>
          <p:cNvPr id="1273798942" name="Picture 6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7014" y="4727422"/>
            <a:ext cx="8401016" cy="1201016"/>
          </a:xfrm>
          <a:prstGeom prst="rect">
            <a:avLst/>
          </a:prstGeom>
        </p:spPr>
      </p:pic>
      <p:pic>
        <p:nvPicPr>
          <p:cNvPr id="988500044" name="Picture 58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04800" y="3340481"/>
            <a:ext cx="8401016" cy="1201016"/>
          </a:xfrm>
          <a:prstGeom prst="rect">
            <a:avLst/>
          </a:prstGeom>
        </p:spPr>
      </p:pic>
      <p:sp>
        <p:nvSpPr>
          <p:cNvPr id="277498423" name="Rectangle: Rounded Corners 41"/>
          <p:cNvSpPr/>
          <p:nvPr/>
        </p:nvSpPr>
        <p:spPr bwMode="auto">
          <a:xfrm>
            <a:off x="304800" y="1974413"/>
            <a:ext cx="8373000" cy="1179732"/>
          </a:xfrm>
          <a:prstGeom prst="roundRect">
            <a:avLst>
              <a:gd name="adj" fmla="val 16667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837891996" name="object 2"/>
          <p:cNvSpPr txBox="1">
            <a:spLocks noGrp="1"/>
          </p:cNvSpPr>
          <p:nvPr>
            <p:ph type="title"/>
          </p:nvPr>
        </p:nvSpPr>
        <p:spPr bwMode="auto">
          <a:xfrm>
            <a:off x="275606" y="712642"/>
            <a:ext cx="8504007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42085">
              <a:lnSpc>
                <a:spcPct val="100000"/>
              </a:lnSpc>
              <a:spcBef>
                <a:spcPts val="135"/>
              </a:spcBef>
              <a:defRPr/>
            </a:pPr>
            <a:r>
              <a:rPr sz="4400" b="1" spc="-10"/>
              <a:t>Introduction</a:t>
            </a:r>
            <a:r>
              <a:rPr lang="en-IN" sz="4400" b="1" spc="-10"/>
              <a:t> &amp; Background</a:t>
            </a:r>
            <a:endParaRPr sz="4400" b="1" spc="-10"/>
          </a:p>
        </p:txBody>
      </p:sp>
      <p:grpSp>
        <p:nvGrpSpPr>
          <p:cNvPr id="1095177664" name="object 3"/>
          <p:cNvGrpSpPr/>
          <p:nvPr/>
        </p:nvGrpSpPr>
        <p:grpSpPr bwMode="auto">
          <a:xfrm>
            <a:off x="-5332" y="1619250"/>
            <a:ext cx="10061575" cy="160020"/>
            <a:chOff x="-5332" y="1619250"/>
            <a:chExt cx="10061575" cy="160020"/>
          </a:xfrm>
        </p:grpSpPr>
        <p:sp>
          <p:nvSpPr>
            <p:cNvPr id="4" name="object 4"/>
            <p:cNvSpPr/>
            <p:nvPr/>
          </p:nvSpPr>
          <p:spPr bwMode="auto">
            <a:xfrm>
              <a:off x="0" y="1624583"/>
              <a:ext cx="5762625" cy="147955"/>
            </a:xfrm>
            <a:custGeom>
              <a:avLst/>
              <a:gdLst/>
              <a:ahLst/>
              <a:cxnLst/>
              <a:rect l="l" t="t" r="r" b="b"/>
              <a:pathLst>
                <a:path w="5762625" h="147955" fill="norm" stroke="1" extrusionOk="0">
                  <a:moveTo>
                    <a:pt x="5762244" y="147828"/>
                  </a:moveTo>
                  <a:lnTo>
                    <a:pt x="0" y="147828"/>
                  </a:lnTo>
                  <a:lnTo>
                    <a:pt x="0" y="0"/>
                  </a:lnTo>
                  <a:lnTo>
                    <a:pt x="5762244" y="0"/>
                  </a:lnTo>
                  <a:lnTo>
                    <a:pt x="5762244" y="147828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0" y="1624583"/>
              <a:ext cx="5762625" cy="147955"/>
            </a:xfrm>
            <a:custGeom>
              <a:avLst/>
              <a:gdLst/>
              <a:ahLst/>
              <a:cxnLst/>
              <a:rect l="l" t="t" r="r" b="b"/>
              <a:pathLst>
                <a:path w="5762625" h="147955" fill="norm" stroke="1" extrusionOk="0">
                  <a:moveTo>
                    <a:pt x="0" y="0"/>
                  </a:moveTo>
                  <a:lnTo>
                    <a:pt x="5762244" y="0"/>
                  </a:lnTo>
                  <a:lnTo>
                    <a:pt x="5762244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5762244" y="1624583"/>
              <a:ext cx="2801620" cy="147955"/>
            </a:xfrm>
            <a:custGeom>
              <a:avLst/>
              <a:gdLst/>
              <a:ahLst/>
              <a:cxnLst/>
              <a:rect l="l" t="t" r="r" b="b"/>
              <a:pathLst>
                <a:path w="2801620" h="147955" fill="norm" stroke="1" extrusionOk="0">
                  <a:moveTo>
                    <a:pt x="0" y="147828"/>
                  </a:moveTo>
                  <a:lnTo>
                    <a:pt x="2801111" y="147828"/>
                  </a:lnTo>
                  <a:lnTo>
                    <a:pt x="2801111" y="0"/>
                  </a:lnTo>
                  <a:lnTo>
                    <a:pt x="0" y="0"/>
                  </a:lnTo>
                  <a:lnTo>
                    <a:pt x="0" y="14782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5762244" y="1624583"/>
              <a:ext cx="2818130" cy="147955"/>
            </a:xfrm>
            <a:custGeom>
              <a:avLst/>
              <a:gdLst/>
              <a:ahLst/>
              <a:cxnLst/>
              <a:rect l="l" t="t" r="r" b="b"/>
              <a:pathLst>
                <a:path w="2818129" h="147955" fill="norm" stroke="1" extrusionOk="0">
                  <a:moveTo>
                    <a:pt x="0" y="0"/>
                  </a:moveTo>
                  <a:lnTo>
                    <a:pt x="2817875" y="0"/>
                  </a:lnTo>
                  <a:lnTo>
                    <a:pt x="2817875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1487423" y="149352"/>
                  </a:moveTo>
                  <a:lnTo>
                    <a:pt x="0" y="149352"/>
                  </a:lnTo>
                  <a:lnTo>
                    <a:pt x="0" y="0"/>
                  </a:lnTo>
                  <a:lnTo>
                    <a:pt x="1487423" y="0"/>
                  </a:lnTo>
                  <a:lnTo>
                    <a:pt x="1487423" y="149352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0" y="0"/>
                  </a:moveTo>
                  <a:lnTo>
                    <a:pt x="1487423" y="0"/>
                  </a:lnTo>
                  <a:lnTo>
                    <a:pt x="1487423" y="149352"/>
                  </a:lnTo>
                  <a:lnTo>
                    <a:pt x="0" y="1493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30482373" name="object 3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9293760" y="7045237"/>
            <a:ext cx="580709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835">
              <a:lnSpc>
                <a:spcPts val="1060"/>
              </a:lnSpc>
              <a:defRPr/>
            </a:pPr>
            <a:fld id="{81D60167-4931-47E6-BA6A-407CBD079E47}" type="slidenum">
              <a:rPr spc="-50"/>
              <a:t>3</a:t>
            </a:fld>
            <a:endParaRPr spc="-50"/>
          </a:p>
        </p:txBody>
      </p:sp>
      <p:sp>
        <p:nvSpPr>
          <p:cNvPr id="1307865899" name="TextBox 40"/>
          <p:cNvSpPr txBox="1"/>
          <p:nvPr/>
        </p:nvSpPr>
        <p:spPr bwMode="auto">
          <a:xfrm>
            <a:off x="733044" y="1972508"/>
            <a:ext cx="7090935" cy="101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en-GB" sz="2000" b="1"/>
              <a:t>Definition of EVM</a:t>
            </a:r>
            <a:endParaRPr lang="en-GB" sz="2000"/>
          </a:p>
          <a:p>
            <a:pPr>
              <a:buFont typeface="Arial"/>
              <a:buChar char="•"/>
              <a:defRPr/>
            </a:pPr>
            <a:r>
              <a:rPr lang="en-GB" sz="2000"/>
              <a:t>An Electronic Voting Machine (EVM) is a device used to record votes electronically instead of using paper ballots.</a:t>
            </a:r>
            <a:endParaRPr/>
          </a:p>
        </p:txBody>
      </p:sp>
      <p:sp>
        <p:nvSpPr>
          <p:cNvPr id="278667722" name="TextBox 52"/>
          <p:cNvSpPr txBox="1"/>
          <p:nvPr/>
        </p:nvSpPr>
        <p:spPr bwMode="auto">
          <a:xfrm>
            <a:off x="733043" y="3433158"/>
            <a:ext cx="70909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en-GB" sz="2000" b="1"/>
              <a:t>Purpose of the Project</a:t>
            </a:r>
            <a:endParaRPr lang="en-GB" sz="2000"/>
          </a:p>
          <a:p>
            <a:pPr>
              <a:buFont typeface="Arial"/>
              <a:buChar char="•"/>
              <a:defRPr/>
            </a:pPr>
            <a:r>
              <a:rPr lang="en-GB" sz="2000"/>
              <a:t>The purpose of this project is to design a simple and efficient voting system using programming and database concepts.</a:t>
            </a:r>
            <a:endParaRPr/>
          </a:p>
        </p:txBody>
      </p:sp>
      <p:sp>
        <p:nvSpPr>
          <p:cNvPr id="503208519" name="TextBox 54"/>
          <p:cNvSpPr txBox="1"/>
          <p:nvPr/>
        </p:nvSpPr>
        <p:spPr bwMode="auto">
          <a:xfrm>
            <a:off x="733043" y="4758311"/>
            <a:ext cx="7651115" cy="100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en-GB" sz="2000" b="1"/>
              <a:t>Technology Used</a:t>
            </a:r>
            <a:endParaRPr lang="en-GB" sz="2000"/>
          </a:p>
          <a:p>
            <a:pPr>
              <a:buFont typeface="Arial"/>
              <a:buChar char="•"/>
              <a:defRPr/>
            </a:pPr>
            <a:r>
              <a:rPr lang="en-GB" sz="2000"/>
              <a:t>The project is implemented using a programming language Python and  SQL-based database (SQLite)</a:t>
            </a:r>
            <a:endParaRPr/>
          </a:p>
        </p:txBody>
      </p:sp>
      <p:sp>
        <p:nvSpPr>
          <p:cNvPr id="222186903" name="TextBox 56"/>
          <p:cNvSpPr txBox="1"/>
          <p:nvPr/>
        </p:nvSpPr>
        <p:spPr bwMode="auto">
          <a:xfrm>
            <a:off x="738620" y="6170638"/>
            <a:ext cx="5029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en-GB" sz="2000" b="1"/>
              <a:t>Key Features</a:t>
            </a:r>
            <a:endParaRPr lang="en-GB" sz="2000"/>
          </a:p>
          <a:p>
            <a:pPr>
              <a:buFont typeface="Arial"/>
              <a:buChar char="•"/>
              <a:defRPr/>
            </a:pPr>
            <a:r>
              <a:rPr lang="en-GB" sz="2000"/>
              <a:t>Ensures secure voting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GB" sz="2000"/>
              <a:t>Allows only one vote per voter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617856" name="object 2"/>
          <p:cNvSpPr txBox="1">
            <a:spLocks noGrp="1"/>
          </p:cNvSpPr>
          <p:nvPr>
            <p:ph type="title"/>
          </p:nvPr>
        </p:nvSpPr>
        <p:spPr bwMode="auto">
          <a:xfrm>
            <a:off x="1855027" y="684531"/>
            <a:ext cx="6687885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21689">
              <a:lnSpc>
                <a:spcPct val="100000"/>
              </a:lnSpc>
              <a:spcBef>
                <a:spcPts val="135"/>
              </a:spcBef>
              <a:defRPr/>
            </a:pPr>
            <a:r>
              <a:rPr lang="en-IN" sz="4400" b="1" spc="-10"/>
              <a:t>Objective &amp; Scope</a:t>
            </a:r>
            <a:endParaRPr sz="4400" b="1" spc="-10"/>
          </a:p>
        </p:txBody>
      </p:sp>
      <p:grpSp>
        <p:nvGrpSpPr>
          <p:cNvPr id="1464203507" name="object 3"/>
          <p:cNvGrpSpPr/>
          <p:nvPr/>
        </p:nvGrpSpPr>
        <p:grpSpPr bwMode="auto">
          <a:xfrm>
            <a:off x="-5332" y="1619250"/>
            <a:ext cx="10061575" cy="160020"/>
            <a:chOff x="-5332" y="1619250"/>
            <a:chExt cx="10061575" cy="160020"/>
          </a:xfrm>
        </p:grpSpPr>
        <p:sp>
          <p:nvSpPr>
            <p:cNvPr id="4" name="object 4"/>
            <p:cNvSpPr/>
            <p:nvPr/>
          </p:nvSpPr>
          <p:spPr bwMode="auto">
            <a:xfrm>
              <a:off x="0" y="1624583"/>
              <a:ext cx="5762625" cy="147955"/>
            </a:xfrm>
            <a:custGeom>
              <a:avLst/>
              <a:gdLst/>
              <a:ahLst/>
              <a:cxnLst/>
              <a:rect l="l" t="t" r="r" b="b"/>
              <a:pathLst>
                <a:path w="5762625" h="147955" fill="norm" stroke="1" extrusionOk="0">
                  <a:moveTo>
                    <a:pt x="5762244" y="147828"/>
                  </a:moveTo>
                  <a:lnTo>
                    <a:pt x="0" y="147828"/>
                  </a:lnTo>
                  <a:lnTo>
                    <a:pt x="0" y="0"/>
                  </a:lnTo>
                  <a:lnTo>
                    <a:pt x="5762244" y="0"/>
                  </a:lnTo>
                  <a:lnTo>
                    <a:pt x="5762244" y="147828"/>
                  </a:lnTo>
                  <a:close/>
                </a:path>
              </a:pathLst>
            </a:custGeom>
            <a:solidFill>
              <a:srgbClr val="2D75B6"/>
            </a:solidFill>
            <a:ln>
              <a:solidFill>
                <a:schemeClr val="accent2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0" y="1624583"/>
              <a:ext cx="5762625" cy="147955"/>
            </a:xfrm>
            <a:custGeom>
              <a:avLst/>
              <a:gdLst/>
              <a:ahLst/>
              <a:cxnLst/>
              <a:rect l="l" t="t" r="r" b="b"/>
              <a:pathLst>
                <a:path w="5762625" h="147955" fill="norm" stroke="1" extrusionOk="0">
                  <a:moveTo>
                    <a:pt x="0" y="0"/>
                  </a:moveTo>
                  <a:lnTo>
                    <a:pt x="5762244" y="0"/>
                  </a:lnTo>
                  <a:lnTo>
                    <a:pt x="5762244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5762244" y="1624583"/>
              <a:ext cx="2801620" cy="147955"/>
            </a:xfrm>
            <a:custGeom>
              <a:avLst/>
              <a:gdLst/>
              <a:ahLst/>
              <a:cxnLst/>
              <a:rect l="l" t="t" r="r" b="b"/>
              <a:pathLst>
                <a:path w="2801620" h="147955" fill="norm" stroke="1" extrusionOk="0">
                  <a:moveTo>
                    <a:pt x="0" y="147828"/>
                  </a:moveTo>
                  <a:lnTo>
                    <a:pt x="2801111" y="147828"/>
                  </a:lnTo>
                  <a:lnTo>
                    <a:pt x="2801111" y="0"/>
                  </a:lnTo>
                  <a:lnTo>
                    <a:pt x="0" y="0"/>
                  </a:lnTo>
                  <a:lnTo>
                    <a:pt x="0" y="14782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5762244" y="1624583"/>
              <a:ext cx="2818130" cy="147955"/>
            </a:xfrm>
            <a:custGeom>
              <a:avLst/>
              <a:gdLst/>
              <a:ahLst/>
              <a:cxnLst/>
              <a:rect l="l" t="t" r="r" b="b"/>
              <a:pathLst>
                <a:path w="2818129" h="147955" fill="norm" stroke="1" extrusionOk="0">
                  <a:moveTo>
                    <a:pt x="0" y="0"/>
                  </a:moveTo>
                  <a:lnTo>
                    <a:pt x="2817875" y="0"/>
                  </a:lnTo>
                  <a:lnTo>
                    <a:pt x="2817875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1487423" y="149352"/>
                  </a:moveTo>
                  <a:lnTo>
                    <a:pt x="0" y="149352"/>
                  </a:lnTo>
                  <a:lnTo>
                    <a:pt x="0" y="0"/>
                  </a:lnTo>
                  <a:lnTo>
                    <a:pt x="1487423" y="0"/>
                  </a:lnTo>
                  <a:lnTo>
                    <a:pt x="1487423" y="149352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0" y="0"/>
                  </a:moveTo>
                  <a:lnTo>
                    <a:pt x="1487423" y="0"/>
                  </a:lnTo>
                  <a:lnTo>
                    <a:pt x="1487423" y="149352"/>
                  </a:lnTo>
                  <a:lnTo>
                    <a:pt x="0" y="1493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01927324" name="object 15"/>
          <p:cNvSpPr txBox="1"/>
          <p:nvPr/>
        </p:nvSpPr>
        <p:spPr bwMode="auto">
          <a:xfrm>
            <a:off x="1104380" y="2157483"/>
            <a:ext cx="40513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105"/>
              </a:spcBef>
              <a:buChar char="•"/>
              <a:tabLst>
                <a:tab pos="138430" algn="l"/>
              </a:tabLst>
              <a:defRPr/>
            </a:pP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65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65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difficult</a:t>
            </a:r>
            <a:r>
              <a:rPr sz="165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65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detect</a:t>
            </a:r>
            <a:r>
              <a:rPr sz="165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text</a:t>
            </a:r>
            <a:r>
              <a:rPr sz="165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similarity</a:t>
            </a:r>
            <a:r>
              <a:rPr sz="165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>
                <a:solidFill>
                  <a:srgbClr val="FFFFFF"/>
                </a:solidFill>
                <a:latin typeface="Times New Roman"/>
                <a:cs typeface="Times New Roman"/>
              </a:rPr>
              <a:t>manually.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070783174" name="object 21"/>
          <p:cNvSpPr txBox="1"/>
          <p:nvPr/>
        </p:nvSpPr>
        <p:spPr bwMode="auto">
          <a:xfrm>
            <a:off x="1104380" y="3317283"/>
            <a:ext cx="34518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105"/>
              </a:spcBef>
              <a:buChar char="•"/>
              <a:tabLst>
                <a:tab pos="138430" algn="l"/>
              </a:tabLst>
              <a:defRPr/>
            </a:pP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Existing</a:t>
            </a:r>
            <a:r>
              <a:rPr sz="165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tools</a:t>
            </a:r>
            <a:r>
              <a:rPr sz="165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65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limited</a:t>
            </a:r>
            <a:r>
              <a:rPr sz="165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165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>
                <a:solidFill>
                  <a:srgbClr val="FFFFFF"/>
                </a:solidFill>
                <a:latin typeface="Times New Roman"/>
                <a:cs typeface="Times New Roman"/>
              </a:rPr>
              <a:t>inefficient.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744980865" name="object 27"/>
          <p:cNvSpPr txBox="1"/>
          <p:nvPr/>
        </p:nvSpPr>
        <p:spPr bwMode="auto">
          <a:xfrm>
            <a:off x="1104380" y="4476980"/>
            <a:ext cx="39058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985" indent="-121285">
              <a:lnSpc>
                <a:spcPct val="100000"/>
              </a:lnSpc>
              <a:spcBef>
                <a:spcPts val="105"/>
              </a:spcBef>
              <a:buChar char="•"/>
              <a:tabLst>
                <a:tab pos="133985" algn="l"/>
              </a:tabLst>
              <a:defRPr/>
            </a:pP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165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cannot</a:t>
            </a:r>
            <a:r>
              <a:rPr sz="165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handle</a:t>
            </a:r>
            <a:r>
              <a:rPr sz="165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165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files</a:t>
            </a:r>
            <a:r>
              <a:rPr sz="165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>
                <a:solidFill>
                  <a:srgbClr val="FFFFFF"/>
                </a:solidFill>
                <a:latin typeface="Times New Roman"/>
                <a:cs typeface="Times New Roman"/>
              </a:rPr>
              <a:t>efficiently.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095032452" name="object 33"/>
          <p:cNvSpPr txBox="1"/>
          <p:nvPr/>
        </p:nvSpPr>
        <p:spPr bwMode="auto">
          <a:xfrm>
            <a:off x="1104380" y="5636780"/>
            <a:ext cx="376745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105"/>
              </a:spcBef>
              <a:buChar char="•"/>
              <a:tabLst>
                <a:tab pos="138430" algn="l"/>
              </a:tabLst>
              <a:defRPr/>
            </a:pP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sz="165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fast</a:t>
            </a:r>
            <a:r>
              <a:rPr sz="165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65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accurate</a:t>
            </a:r>
            <a:r>
              <a:rPr sz="165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FFFFFF"/>
                </a:solidFill>
                <a:latin typeface="Times New Roman"/>
                <a:cs typeface="Times New Roman"/>
              </a:rPr>
              <a:t>comparison</a:t>
            </a:r>
            <a:r>
              <a:rPr sz="165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>
                <a:solidFill>
                  <a:srgbClr val="FFFFFF"/>
                </a:solidFill>
                <a:latin typeface="Times New Roman"/>
                <a:cs typeface="Times New Roman"/>
              </a:rPr>
              <a:t>system.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21991817" name="object 3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835">
              <a:lnSpc>
                <a:spcPts val="1060"/>
              </a:lnSpc>
              <a:defRPr/>
            </a:pPr>
            <a:fld id="{81D60167-4931-47E6-BA6A-407CBD079E47}" type="slidenum">
              <a:rPr spc="-50"/>
              <a:t>4</a:t>
            </a:fld>
            <a:endParaRPr spc="-50"/>
          </a:p>
        </p:txBody>
      </p:sp>
      <p:sp>
        <p:nvSpPr>
          <p:cNvPr id="1845791902" name="Rectangle: Rounded Corners 35"/>
          <p:cNvSpPr/>
          <p:nvPr/>
        </p:nvSpPr>
        <p:spPr bwMode="auto">
          <a:xfrm>
            <a:off x="282606" y="2157483"/>
            <a:ext cx="4727659" cy="4471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GB" b="1"/>
              <a:t>Objectives</a:t>
            </a:r>
            <a:endParaRPr/>
          </a:p>
          <a:p>
            <a:pPr>
              <a:defRPr/>
            </a:pPr>
            <a:r>
              <a:rPr lang="en-GB"/>
              <a:t>Develop a simple Electronic Voting Machine (EVM) using programming </a:t>
            </a:r>
            <a:endParaRPr/>
          </a:p>
          <a:p>
            <a:pPr>
              <a:defRPr/>
            </a:pPr>
            <a:r>
              <a:rPr lang="en-GB"/>
              <a:t>Integrate an SQL database for storing candidates and voters </a:t>
            </a:r>
            <a:endParaRPr/>
          </a:p>
          <a:p>
            <a:pPr>
              <a:defRPr/>
            </a:pPr>
            <a:r>
              <a:rPr lang="en-GB"/>
              <a:t>Ensure secure voting (one voter can vote only once) </a:t>
            </a:r>
            <a:endParaRPr/>
          </a:p>
          <a:p>
            <a:pPr>
              <a:defRPr/>
            </a:pPr>
            <a:r>
              <a:rPr lang="en-GB"/>
              <a:t>Provide fast and accurate vote counting </a:t>
            </a:r>
            <a:endParaRPr/>
          </a:p>
          <a:p>
            <a:pPr>
              <a:defRPr/>
            </a:pPr>
            <a:r>
              <a:rPr lang="en-GB"/>
              <a:t>Understand practical use of programming and database systems </a:t>
            </a:r>
            <a:endParaRPr/>
          </a:p>
        </p:txBody>
      </p:sp>
      <p:pic>
        <p:nvPicPr>
          <p:cNvPr id="460244128" name="Picture 3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8698" y="2133704"/>
            <a:ext cx="4517096" cy="4495696"/>
          </a:xfrm>
          <a:prstGeom prst="rect">
            <a:avLst/>
          </a:prstGeom>
        </p:spPr>
      </p:pic>
      <p:sp>
        <p:nvSpPr>
          <p:cNvPr id="1407378067" name="TextBox 41"/>
          <p:cNvSpPr txBox="1"/>
          <p:nvPr/>
        </p:nvSpPr>
        <p:spPr bwMode="auto">
          <a:xfrm>
            <a:off x="447271" y="2506820"/>
            <a:ext cx="439832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/>
              <a:buChar char="v"/>
              <a:defRPr/>
            </a:pPr>
            <a:r>
              <a:rPr lang="en-GB" sz="2400" b="1"/>
              <a:t>Objectives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GB" sz="2000"/>
              <a:t>Develop a simple Electronic Voting Machine (EVM) using programming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GB" sz="2000"/>
              <a:t>Integrate an SQL database for storing candidates and voters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GB" sz="2000"/>
              <a:t>Ensure secure voting (one voter can vote only once)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GB" sz="2000"/>
              <a:t>Provide fast and accurate vote counting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GB" sz="2000"/>
              <a:t>Understand practical use of programming and database systems </a:t>
            </a:r>
            <a:endParaRPr/>
          </a:p>
        </p:txBody>
      </p:sp>
      <p:sp>
        <p:nvSpPr>
          <p:cNvPr id="916257449" name="TextBox 43"/>
          <p:cNvSpPr txBox="1"/>
          <p:nvPr/>
        </p:nvSpPr>
        <p:spPr bwMode="auto">
          <a:xfrm>
            <a:off x="5404113" y="2435613"/>
            <a:ext cx="420701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/>
              <a:buChar char="v"/>
              <a:defRPr/>
            </a:pPr>
            <a:r>
              <a:rPr lang="en-GB" sz="2400" b="1"/>
              <a:t>Scope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GB" sz="2000"/>
              <a:t>Suitable for small-scale voting (college, organizations, surveys)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GB" sz="2000"/>
              <a:t>Easy to use and implement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GB" sz="2000"/>
              <a:t>Can be extended to large-scale systems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GB" sz="2000"/>
              <a:t>Future enhancements: GUI, online voting, biometric authentication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GB" sz="2000"/>
              <a:t>Provides a base for building secure real-world voting systems </a:t>
            </a:r>
            <a:endParaRPr/>
          </a:p>
        </p:txBody>
      </p:sp>
      <p:pic>
        <p:nvPicPr>
          <p:cNvPr id="1761385258" name="Picture 4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998214" y="684531"/>
            <a:ext cx="648220" cy="648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985351" name="object 2"/>
          <p:cNvSpPr txBox="1">
            <a:spLocks noGrp="1"/>
          </p:cNvSpPr>
          <p:nvPr>
            <p:ph type="title"/>
          </p:nvPr>
        </p:nvSpPr>
        <p:spPr bwMode="auto">
          <a:xfrm>
            <a:off x="2147888" y="692662"/>
            <a:ext cx="5762624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36600">
              <a:lnSpc>
                <a:spcPct val="100000"/>
              </a:lnSpc>
              <a:spcBef>
                <a:spcPts val="135"/>
              </a:spcBef>
              <a:defRPr/>
            </a:pPr>
            <a:r>
              <a:rPr lang="en-IN" sz="4400" b="1" spc="-10"/>
              <a:t>Literature &amp; Survey</a:t>
            </a:r>
            <a:endParaRPr sz="4400" b="1" spc="-10"/>
          </a:p>
        </p:txBody>
      </p:sp>
      <p:grpSp>
        <p:nvGrpSpPr>
          <p:cNvPr id="941912648" name="object 3"/>
          <p:cNvGrpSpPr/>
          <p:nvPr/>
        </p:nvGrpSpPr>
        <p:grpSpPr bwMode="auto">
          <a:xfrm>
            <a:off x="-5332" y="1619250"/>
            <a:ext cx="10061575" cy="160020"/>
            <a:chOff x="-5332" y="1619250"/>
            <a:chExt cx="10061575" cy="160020"/>
          </a:xfrm>
        </p:grpSpPr>
        <p:sp>
          <p:nvSpPr>
            <p:cNvPr id="4" name="object 4"/>
            <p:cNvSpPr/>
            <p:nvPr/>
          </p:nvSpPr>
          <p:spPr bwMode="auto">
            <a:xfrm>
              <a:off x="0" y="1626108"/>
              <a:ext cx="5762625" cy="146685"/>
            </a:xfrm>
            <a:custGeom>
              <a:avLst/>
              <a:gdLst/>
              <a:ahLst/>
              <a:cxnLst/>
              <a:rect l="l" t="t" r="r" b="b"/>
              <a:pathLst>
                <a:path w="5762625" h="146685" fill="norm" stroke="1" extrusionOk="0">
                  <a:moveTo>
                    <a:pt x="5762244" y="146304"/>
                  </a:moveTo>
                  <a:lnTo>
                    <a:pt x="0" y="146304"/>
                  </a:lnTo>
                  <a:lnTo>
                    <a:pt x="0" y="0"/>
                  </a:lnTo>
                  <a:lnTo>
                    <a:pt x="5762244" y="0"/>
                  </a:lnTo>
                  <a:lnTo>
                    <a:pt x="5762244" y="146304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0" y="1626108"/>
              <a:ext cx="5762625" cy="146685"/>
            </a:xfrm>
            <a:custGeom>
              <a:avLst/>
              <a:gdLst/>
              <a:ahLst/>
              <a:cxnLst/>
              <a:rect l="l" t="t" r="r" b="b"/>
              <a:pathLst>
                <a:path w="5762625" h="146685" fill="norm" stroke="1" extrusionOk="0">
                  <a:moveTo>
                    <a:pt x="0" y="0"/>
                  </a:moveTo>
                  <a:lnTo>
                    <a:pt x="5762244" y="0"/>
                  </a:lnTo>
                  <a:lnTo>
                    <a:pt x="5762244" y="146304"/>
                  </a:lnTo>
                  <a:lnTo>
                    <a:pt x="0" y="1463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5762244" y="1624583"/>
              <a:ext cx="2801620" cy="147955"/>
            </a:xfrm>
            <a:custGeom>
              <a:avLst/>
              <a:gdLst/>
              <a:ahLst/>
              <a:cxnLst/>
              <a:rect l="l" t="t" r="r" b="b"/>
              <a:pathLst>
                <a:path w="2801620" h="147955" fill="norm" stroke="1" extrusionOk="0">
                  <a:moveTo>
                    <a:pt x="0" y="147828"/>
                  </a:moveTo>
                  <a:lnTo>
                    <a:pt x="2801111" y="147828"/>
                  </a:lnTo>
                  <a:lnTo>
                    <a:pt x="2801111" y="0"/>
                  </a:lnTo>
                  <a:lnTo>
                    <a:pt x="0" y="0"/>
                  </a:lnTo>
                  <a:lnTo>
                    <a:pt x="0" y="14782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5762244" y="1624583"/>
              <a:ext cx="2818130" cy="147955"/>
            </a:xfrm>
            <a:custGeom>
              <a:avLst/>
              <a:gdLst/>
              <a:ahLst/>
              <a:cxnLst/>
              <a:rect l="l" t="t" r="r" b="b"/>
              <a:pathLst>
                <a:path w="2818129" h="147955" fill="norm" stroke="1" extrusionOk="0">
                  <a:moveTo>
                    <a:pt x="0" y="0"/>
                  </a:moveTo>
                  <a:lnTo>
                    <a:pt x="2817875" y="0"/>
                  </a:lnTo>
                  <a:lnTo>
                    <a:pt x="2817875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1487423" y="149352"/>
                  </a:moveTo>
                  <a:lnTo>
                    <a:pt x="0" y="149352"/>
                  </a:lnTo>
                  <a:lnTo>
                    <a:pt x="0" y="0"/>
                  </a:lnTo>
                  <a:lnTo>
                    <a:pt x="1487423" y="0"/>
                  </a:lnTo>
                  <a:lnTo>
                    <a:pt x="1487423" y="149352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0" y="0"/>
                  </a:moveTo>
                  <a:lnTo>
                    <a:pt x="1487423" y="0"/>
                  </a:lnTo>
                  <a:lnTo>
                    <a:pt x="1487423" y="149352"/>
                  </a:lnTo>
                  <a:lnTo>
                    <a:pt x="0" y="1493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62526871" name="Rectangle 32"/>
          <p:cNvSpPr/>
          <p:nvPr/>
        </p:nvSpPr>
        <p:spPr bwMode="auto">
          <a:xfrm>
            <a:off x="381000" y="2590800"/>
            <a:ext cx="2624324" cy="29718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967160870" name="Picture 3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51460" y="2590800"/>
            <a:ext cx="2818130" cy="2971800"/>
          </a:xfrm>
          <a:prstGeom prst="rect">
            <a:avLst/>
          </a:prstGeom>
        </p:spPr>
      </p:pic>
      <p:pic>
        <p:nvPicPr>
          <p:cNvPr id="1705701519" name="Picture 3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58000" y="2590800"/>
            <a:ext cx="2677698" cy="2971800"/>
          </a:xfrm>
          <a:prstGeom prst="rect">
            <a:avLst/>
          </a:prstGeom>
        </p:spPr>
      </p:pic>
      <p:sp>
        <p:nvSpPr>
          <p:cNvPr id="1775620275" name="TextBox 38"/>
          <p:cNvSpPr txBox="1"/>
          <p:nvPr/>
        </p:nvSpPr>
        <p:spPr bwMode="auto">
          <a:xfrm>
            <a:off x="531803" y="2685872"/>
            <a:ext cx="24735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GB" sz="2000"/>
              <a:t>Earlier, voting was done using paper ballots, which was slow.</a:t>
            </a:r>
            <a:endParaRPr lang="en-IN" sz="2000"/>
          </a:p>
        </p:txBody>
      </p:sp>
      <p:sp>
        <p:nvSpPr>
          <p:cNvPr id="1812961426" name="TextBox 40"/>
          <p:cNvSpPr txBox="1"/>
          <p:nvPr/>
        </p:nvSpPr>
        <p:spPr bwMode="auto">
          <a:xfrm>
            <a:off x="3709820" y="2685871"/>
            <a:ext cx="26420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GB" sz="2000"/>
              <a:t>Electronic Voting Machines made voting faster and more accurate.</a:t>
            </a:r>
            <a:endParaRPr lang="en-IN" sz="2000"/>
          </a:p>
        </p:txBody>
      </p:sp>
      <p:sp>
        <p:nvSpPr>
          <p:cNvPr id="1509714492" name="TextBox 42"/>
          <p:cNvSpPr txBox="1"/>
          <p:nvPr/>
        </p:nvSpPr>
        <p:spPr bwMode="auto">
          <a:xfrm>
            <a:off x="6915726" y="2657162"/>
            <a:ext cx="270806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GB" sz="2000"/>
              <a:t>Databases are used to store voter and candidate data safely.</a:t>
            </a:r>
            <a:endParaRPr lang="en-IN" sz="2000"/>
          </a:p>
        </p:txBody>
      </p:sp>
      <p:pic>
        <p:nvPicPr>
          <p:cNvPr id="1095088867" name="Picture 4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83562" y="3981271"/>
            <a:ext cx="1219200" cy="1219200"/>
          </a:xfrm>
          <a:prstGeom prst="rect">
            <a:avLst/>
          </a:prstGeom>
        </p:spPr>
      </p:pic>
      <p:pic>
        <p:nvPicPr>
          <p:cNvPr id="1364792100" name="Picture 4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350925" y="4094607"/>
            <a:ext cx="1219200" cy="1219200"/>
          </a:xfrm>
          <a:prstGeom prst="rect">
            <a:avLst/>
          </a:prstGeom>
        </p:spPr>
      </p:pic>
      <p:pic>
        <p:nvPicPr>
          <p:cNvPr id="2015797322" name="Picture 48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587249" y="4111334"/>
            <a:ext cx="1219200" cy="1219200"/>
          </a:xfrm>
          <a:prstGeom prst="rect">
            <a:avLst/>
          </a:prstGeom>
        </p:spPr>
      </p:pic>
      <p:pic>
        <p:nvPicPr>
          <p:cNvPr id="1469477478" name="Picture 50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981200" y="596120"/>
            <a:ext cx="790962" cy="790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317251" name="object 2"/>
          <p:cNvSpPr txBox="1">
            <a:spLocks noGrp="1"/>
          </p:cNvSpPr>
          <p:nvPr>
            <p:ph type="title"/>
          </p:nvPr>
        </p:nvSpPr>
        <p:spPr bwMode="auto">
          <a:xfrm>
            <a:off x="29737" y="789056"/>
            <a:ext cx="9545073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74420">
              <a:lnSpc>
                <a:spcPct val="100000"/>
              </a:lnSpc>
              <a:spcBef>
                <a:spcPts val="135"/>
              </a:spcBef>
              <a:defRPr/>
            </a:pPr>
            <a:r>
              <a:rPr lang="en-IN" sz="4400" b="1" spc="-10"/>
              <a:t>Methodology &amp; Proposed System</a:t>
            </a:r>
            <a:endParaRPr sz="4400" b="1" spc="-10"/>
          </a:p>
        </p:txBody>
      </p:sp>
      <p:grpSp>
        <p:nvGrpSpPr>
          <p:cNvPr id="1069026083" name="object 3"/>
          <p:cNvGrpSpPr/>
          <p:nvPr/>
        </p:nvGrpSpPr>
        <p:grpSpPr bwMode="auto">
          <a:xfrm>
            <a:off x="-5332" y="1619250"/>
            <a:ext cx="10061575" cy="160020"/>
            <a:chOff x="-5332" y="1619250"/>
            <a:chExt cx="10061575" cy="160020"/>
          </a:xfrm>
        </p:grpSpPr>
        <p:sp>
          <p:nvSpPr>
            <p:cNvPr id="4" name="object 4"/>
            <p:cNvSpPr/>
            <p:nvPr/>
          </p:nvSpPr>
          <p:spPr bwMode="auto">
            <a:xfrm>
              <a:off x="0" y="1626108"/>
              <a:ext cx="5762625" cy="146685"/>
            </a:xfrm>
            <a:custGeom>
              <a:avLst/>
              <a:gdLst/>
              <a:ahLst/>
              <a:cxnLst/>
              <a:rect l="l" t="t" r="r" b="b"/>
              <a:pathLst>
                <a:path w="5762625" h="146685" fill="norm" stroke="1" extrusionOk="0">
                  <a:moveTo>
                    <a:pt x="5762244" y="146304"/>
                  </a:moveTo>
                  <a:lnTo>
                    <a:pt x="0" y="146304"/>
                  </a:lnTo>
                  <a:lnTo>
                    <a:pt x="0" y="0"/>
                  </a:lnTo>
                  <a:lnTo>
                    <a:pt x="5762244" y="0"/>
                  </a:lnTo>
                  <a:lnTo>
                    <a:pt x="5762244" y="146304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0" y="1626108"/>
              <a:ext cx="5762625" cy="146685"/>
            </a:xfrm>
            <a:custGeom>
              <a:avLst/>
              <a:gdLst/>
              <a:ahLst/>
              <a:cxnLst/>
              <a:rect l="l" t="t" r="r" b="b"/>
              <a:pathLst>
                <a:path w="5762625" h="146685" fill="norm" stroke="1" extrusionOk="0">
                  <a:moveTo>
                    <a:pt x="0" y="0"/>
                  </a:moveTo>
                  <a:lnTo>
                    <a:pt x="5762244" y="0"/>
                  </a:lnTo>
                  <a:lnTo>
                    <a:pt x="5762244" y="146304"/>
                  </a:lnTo>
                  <a:lnTo>
                    <a:pt x="0" y="1463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5762244" y="1624583"/>
              <a:ext cx="2801620" cy="147955"/>
            </a:xfrm>
            <a:custGeom>
              <a:avLst/>
              <a:gdLst/>
              <a:ahLst/>
              <a:cxnLst/>
              <a:rect l="l" t="t" r="r" b="b"/>
              <a:pathLst>
                <a:path w="2801620" h="147955" fill="norm" stroke="1" extrusionOk="0">
                  <a:moveTo>
                    <a:pt x="0" y="147828"/>
                  </a:moveTo>
                  <a:lnTo>
                    <a:pt x="2801111" y="147828"/>
                  </a:lnTo>
                  <a:lnTo>
                    <a:pt x="2801111" y="0"/>
                  </a:lnTo>
                  <a:lnTo>
                    <a:pt x="0" y="0"/>
                  </a:lnTo>
                  <a:lnTo>
                    <a:pt x="0" y="14782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5762244" y="1624583"/>
              <a:ext cx="2818130" cy="147955"/>
            </a:xfrm>
            <a:custGeom>
              <a:avLst/>
              <a:gdLst/>
              <a:ahLst/>
              <a:cxnLst/>
              <a:rect l="l" t="t" r="r" b="b"/>
              <a:pathLst>
                <a:path w="2818129" h="147955" fill="norm" stroke="1" extrusionOk="0">
                  <a:moveTo>
                    <a:pt x="0" y="0"/>
                  </a:moveTo>
                  <a:lnTo>
                    <a:pt x="2817875" y="0"/>
                  </a:lnTo>
                  <a:lnTo>
                    <a:pt x="2817875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1487423" y="149352"/>
                  </a:moveTo>
                  <a:lnTo>
                    <a:pt x="0" y="149352"/>
                  </a:lnTo>
                  <a:lnTo>
                    <a:pt x="0" y="0"/>
                  </a:lnTo>
                  <a:lnTo>
                    <a:pt x="1487423" y="0"/>
                  </a:lnTo>
                  <a:lnTo>
                    <a:pt x="1487423" y="149352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0" y="0"/>
                  </a:moveTo>
                  <a:lnTo>
                    <a:pt x="1487423" y="0"/>
                  </a:lnTo>
                  <a:lnTo>
                    <a:pt x="1487423" y="149352"/>
                  </a:lnTo>
                  <a:lnTo>
                    <a:pt x="0" y="1493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41782519" name="object 28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>
              <a:lnSpc>
                <a:spcPts val="1045"/>
              </a:lnSpc>
              <a:defRPr/>
            </a:pPr>
            <a:fld id="{81D60167-4931-47E6-BA6A-407CBD079E47}" type="slidenum">
              <a:rPr spc="-50"/>
              <a:t>6</a:t>
            </a:fld>
            <a:endParaRPr spc="-50"/>
          </a:p>
        </p:txBody>
      </p:sp>
      <p:sp>
        <p:nvSpPr>
          <p:cNvPr id="1255340368" name="object 10"/>
          <p:cNvSpPr/>
          <p:nvPr/>
        </p:nvSpPr>
        <p:spPr bwMode="auto">
          <a:xfrm>
            <a:off x="718185" y="2091633"/>
            <a:ext cx="3381771" cy="3451862"/>
          </a:xfrm>
          <a:custGeom>
            <a:avLst/>
            <a:gdLst/>
            <a:ahLst/>
            <a:cxnLst/>
            <a:rect l="l" t="t" r="r" b="b"/>
            <a:pathLst>
              <a:path w="2226945" h="2316479" fill="norm" stroke="1" extrusionOk="0">
                <a:moveTo>
                  <a:pt x="2004059" y="2316479"/>
                </a:moveTo>
                <a:lnTo>
                  <a:pt x="222504" y="2316479"/>
                </a:lnTo>
                <a:lnTo>
                  <a:pt x="177938" y="2311982"/>
                </a:lnTo>
                <a:lnTo>
                  <a:pt x="136302" y="2299073"/>
                </a:lnTo>
                <a:lnTo>
                  <a:pt x="98524" y="2278627"/>
                </a:lnTo>
                <a:lnTo>
                  <a:pt x="65532" y="2251519"/>
                </a:lnTo>
                <a:lnTo>
                  <a:pt x="38254" y="2218625"/>
                </a:lnTo>
                <a:lnTo>
                  <a:pt x="17621" y="2180820"/>
                </a:lnTo>
                <a:lnTo>
                  <a:pt x="4560" y="2138978"/>
                </a:lnTo>
                <a:lnTo>
                  <a:pt x="0" y="2093975"/>
                </a:lnTo>
                <a:lnTo>
                  <a:pt x="0" y="222504"/>
                </a:lnTo>
                <a:lnTo>
                  <a:pt x="4560" y="177938"/>
                </a:lnTo>
                <a:lnTo>
                  <a:pt x="17621" y="136302"/>
                </a:lnTo>
                <a:lnTo>
                  <a:pt x="38254" y="98524"/>
                </a:lnTo>
                <a:lnTo>
                  <a:pt x="65532" y="65532"/>
                </a:lnTo>
                <a:lnTo>
                  <a:pt x="98524" y="38254"/>
                </a:lnTo>
                <a:lnTo>
                  <a:pt x="136302" y="17621"/>
                </a:lnTo>
                <a:lnTo>
                  <a:pt x="177938" y="4560"/>
                </a:lnTo>
                <a:lnTo>
                  <a:pt x="222504" y="0"/>
                </a:lnTo>
                <a:lnTo>
                  <a:pt x="2004059" y="0"/>
                </a:lnTo>
                <a:lnTo>
                  <a:pt x="2049062" y="4560"/>
                </a:lnTo>
                <a:lnTo>
                  <a:pt x="2090904" y="17621"/>
                </a:lnTo>
                <a:lnTo>
                  <a:pt x="2128709" y="38254"/>
                </a:lnTo>
                <a:lnTo>
                  <a:pt x="2161603" y="65532"/>
                </a:lnTo>
                <a:lnTo>
                  <a:pt x="2188711" y="98524"/>
                </a:lnTo>
                <a:lnTo>
                  <a:pt x="2209157" y="136302"/>
                </a:lnTo>
                <a:lnTo>
                  <a:pt x="2222066" y="177938"/>
                </a:lnTo>
                <a:lnTo>
                  <a:pt x="2226563" y="222504"/>
                </a:lnTo>
                <a:lnTo>
                  <a:pt x="2226563" y="2093975"/>
                </a:lnTo>
                <a:lnTo>
                  <a:pt x="2222066" y="2138978"/>
                </a:lnTo>
                <a:lnTo>
                  <a:pt x="2209157" y="2180820"/>
                </a:lnTo>
                <a:lnTo>
                  <a:pt x="2188711" y="2218625"/>
                </a:lnTo>
                <a:lnTo>
                  <a:pt x="2161603" y="2251519"/>
                </a:lnTo>
                <a:lnTo>
                  <a:pt x="2128709" y="2278627"/>
                </a:lnTo>
                <a:lnTo>
                  <a:pt x="2090904" y="2299073"/>
                </a:lnTo>
                <a:lnTo>
                  <a:pt x="2049062" y="2311982"/>
                </a:lnTo>
                <a:lnTo>
                  <a:pt x="2004059" y="2316479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27381170" name="object 11"/>
          <p:cNvSpPr txBox="1"/>
          <p:nvPr/>
        </p:nvSpPr>
        <p:spPr bwMode="auto">
          <a:xfrm>
            <a:off x="958741" y="2250981"/>
            <a:ext cx="1831975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lang="en-IN" sz="2400" spc="-20">
                <a:solidFill>
                  <a:srgbClr val="FFFFFF"/>
                </a:solidFill>
                <a:latin typeface="Times New Roman"/>
                <a:cs typeface="Times New Roman"/>
              </a:rPr>
              <a:t>Methodology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01191732" name="object 16"/>
          <p:cNvSpPr/>
          <p:nvPr/>
        </p:nvSpPr>
        <p:spPr bwMode="auto">
          <a:xfrm>
            <a:off x="4255095" y="2164241"/>
            <a:ext cx="1143569" cy="737206"/>
          </a:xfrm>
          <a:custGeom>
            <a:avLst/>
            <a:gdLst/>
            <a:ahLst/>
            <a:cxnLst/>
            <a:rect l="l" t="t" r="r" b="b"/>
            <a:pathLst>
              <a:path w="716279" h="554989" fill="norm" stroke="1" extrusionOk="0">
                <a:moveTo>
                  <a:pt x="438911" y="554736"/>
                </a:moveTo>
                <a:lnTo>
                  <a:pt x="438911" y="443484"/>
                </a:lnTo>
                <a:lnTo>
                  <a:pt x="0" y="443484"/>
                </a:lnTo>
                <a:lnTo>
                  <a:pt x="0" y="111252"/>
                </a:lnTo>
                <a:lnTo>
                  <a:pt x="438911" y="111252"/>
                </a:lnTo>
                <a:lnTo>
                  <a:pt x="438911" y="0"/>
                </a:lnTo>
                <a:lnTo>
                  <a:pt x="716279" y="277368"/>
                </a:lnTo>
                <a:lnTo>
                  <a:pt x="438911" y="554736"/>
                </a:lnTo>
                <a:close/>
              </a:path>
            </a:pathLst>
          </a:custGeom>
          <a:solidFill>
            <a:srgbClr val="B5CAE6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39277315" name="object 17"/>
          <p:cNvSpPr/>
          <p:nvPr/>
        </p:nvSpPr>
        <p:spPr bwMode="auto">
          <a:xfrm>
            <a:off x="5553803" y="2091633"/>
            <a:ext cx="3641390" cy="3393083"/>
          </a:xfrm>
          <a:custGeom>
            <a:avLst/>
            <a:gdLst/>
            <a:ahLst/>
            <a:cxnLst/>
            <a:rect l="l" t="t" r="r" b="b"/>
            <a:pathLst>
              <a:path w="2225040" h="2316479" fill="norm" stroke="1" extrusionOk="0">
                <a:moveTo>
                  <a:pt x="2002536" y="2316479"/>
                </a:moveTo>
                <a:lnTo>
                  <a:pt x="222504" y="2316479"/>
                </a:lnTo>
                <a:lnTo>
                  <a:pt x="177501" y="2311982"/>
                </a:lnTo>
                <a:lnTo>
                  <a:pt x="135659" y="2299073"/>
                </a:lnTo>
                <a:lnTo>
                  <a:pt x="97854" y="2278627"/>
                </a:lnTo>
                <a:lnTo>
                  <a:pt x="64960" y="2251519"/>
                </a:lnTo>
                <a:lnTo>
                  <a:pt x="37852" y="2218625"/>
                </a:lnTo>
                <a:lnTo>
                  <a:pt x="17406" y="2180820"/>
                </a:lnTo>
                <a:lnTo>
                  <a:pt x="4497" y="2138978"/>
                </a:lnTo>
                <a:lnTo>
                  <a:pt x="0" y="2093975"/>
                </a:lnTo>
                <a:lnTo>
                  <a:pt x="0" y="222504"/>
                </a:lnTo>
                <a:lnTo>
                  <a:pt x="4497" y="177938"/>
                </a:lnTo>
                <a:lnTo>
                  <a:pt x="17406" y="136302"/>
                </a:lnTo>
                <a:lnTo>
                  <a:pt x="37852" y="98524"/>
                </a:lnTo>
                <a:lnTo>
                  <a:pt x="64960" y="65532"/>
                </a:lnTo>
                <a:lnTo>
                  <a:pt x="97854" y="38254"/>
                </a:lnTo>
                <a:lnTo>
                  <a:pt x="135659" y="17621"/>
                </a:lnTo>
                <a:lnTo>
                  <a:pt x="177501" y="4560"/>
                </a:lnTo>
                <a:lnTo>
                  <a:pt x="222504" y="0"/>
                </a:lnTo>
                <a:lnTo>
                  <a:pt x="2002536" y="0"/>
                </a:lnTo>
                <a:lnTo>
                  <a:pt x="2047538" y="4560"/>
                </a:lnTo>
                <a:lnTo>
                  <a:pt x="2089380" y="17621"/>
                </a:lnTo>
                <a:lnTo>
                  <a:pt x="2127185" y="38254"/>
                </a:lnTo>
                <a:lnTo>
                  <a:pt x="2160079" y="65532"/>
                </a:lnTo>
                <a:lnTo>
                  <a:pt x="2187187" y="98524"/>
                </a:lnTo>
                <a:lnTo>
                  <a:pt x="2207633" y="136302"/>
                </a:lnTo>
                <a:lnTo>
                  <a:pt x="2220542" y="177938"/>
                </a:lnTo>
                <a:lnTo>
                  <a:pt x="2225040" y="222504"/>
                </a:lnTo>
                <a:lnTo>
                  <a:pt x="2225040" y="2093975"/>
                </a:lnTo>
                <a:lnTo>
                  <a:pt x="2220542" y="2138978"/>
                </a:lnTo>
                <a:lnTo>
                  <a:pt x="2207633" y="2180820"/>
                </a:lnTo>
                <a:lnTo>
                  <a:pt x="2187187" y="2218625"/>
                </a:lnTo>
                <a:lnTo>
                  <a:pt x="2160079" y="2251519"/>
                </a:lnTo>
                <a:lnTo>
                  <a:pt x="2127185" y="2278627"/>
                </a:lnTo>
                <a:lnTo>
                  <a:pt x="2089380" y="2299073"/>
                </a:lnTo>
                <a:lnTo>
                  <a:pt x="2047538" y="2311982"/>
                </a:lnTo>
                <a:lnTo>
                  <a:pt x="2002536" y="2316479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68968308" name="object 18"/>
          <p:cNvSpPr txBox="1"/>
          <p:nvPr/>
        </p:nvSpPr>
        <p:spPr bwMode="auto">
          <a:xfrm>
            <a:off x="5825172" y="2266980"/>
            <a:ext cx="2527935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lang="en-IN" sz="2400">
                <a:solidFill>
                  <a:schemeClr val="bg1"/>
                </a:solidFill>
                <a:latin typeface="Times New Roman"/>
                <a:cs typeface="Times New Roman"/>
              </a:rPr>
              <a:t>Proposed System</a:t>
            </a:r>
            <a:endParaRPr sz="24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1098375660" name="Picture 4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235391" y="3513867"/>
            <a:ext cx="3370021" cy="3732567"/>
          </a:xfrm>
          <a:prstGeom prst="rect">
            <a:avLst/>
          </a:prstGeom>
        </p:spPr>
      </p:pic>
      <p:sp>
        <p:nvSpPr>
          <p:cNvPr id="605200067" name="TextBox 40"/>
          <p:cNvSpPr txBox="1"/>
          <p:nvPr/>
        </p:nvSpPr>
        <p:spPr bwMode="auto">
          <a:xfrm>
            <a:off x="6400798" y="3608437"/>
            <a:ext cx="30392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/>
              <a:buChar char="•"/>
              <a:defRPr/>
            </a:pPr>
            <a:r>
              <a:rPr lang="en-GB"/>
              <a:t>Database-based Electronic Voting Machine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GB"/>
              <a:t>Stores candidate and voter data securely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GB"/>
              <a:t>Ensures one voter can vote only once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GB"/>
              <a:t>Automatic vote counting and instant results.</a:t>
            </a:r>
            <a:endParaRPr/>
          </a:p>
        </p:txBody>
      </p:sp>
      <p:pic>
        <p:nvPicPr>
          <p:cNvPr id="750155026" name="Picture 4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36999" y="3507087"/>
            <a:ext cx="3320731" cy="3732567"/>
          </a:xfrm>
          <a:prstGeom prst="rect">
            <a:avLst/>
          </a:prstGeom>
        </p:spPr>
      </p:pic>
      <p:sp>
        <p:nvSpPr>
          <p:cNvPr id="869369756" name="Rectangle 1"/>
          <p:cNvSpPr>
            <a:spLocks noChangeArrowheads="1"/>
          </p:cNvSpPr>
          <p:nvPr/>
        </p:nvSpPr>
        <p:spPr bwMode="auto">
          <a:xfrm>
            <a:off x="1527297" y="3490561"/>
            <a:ext cx="2846781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Requirement analysis of voting system 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Design of database (candidates, voters) 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Implementation using Python with SQL </a:t>
            </a:r>
            <a:endParaRPr/>
          </a:p>
        </p:txBody>
      </p:sp>
      <p:pic>
        <p:nvPicPr>
          <p:cNvPr id="1956072551" name="Picture 4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181116" y="5669393"/>
            <a:ext cx="1219200" cy="1219200"/>
          </a:xfrm>
          <a:prstGeom prst="rect">
            <a:avLst/>
          </a:prstGeom>
        </p:spPr>
      </p:pic>
      <p:pic>
        <p:nvPicPr>
          <p:cNvPr id="2083446010" name="Picture 50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310800" y="5971997"/>
            <a:ext cx="1219200" cy="121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026019" name="object 2"/>
          <p:cNvSpPr txBox="1">
            <a:spLocks noGrp="1"/>
          </p:cNvSpPr>
          <p:nvPr>
            <p:ph type="title"/>
          </p:nvPr>
        </p:nvSpPr>
        <p:spPr bwMode="auto">
          <a:xfrm>
            <a:off x="825469" y="734258"/>
            <a:ext cx="7404131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86155">
              <a:lnSpc>
                <a:spcPct val="100000"/>
              </a:lnSpc>
              <a:spcBef>
                <a:spcPts val="135"/>
              </a:spcBef>
              <a:defRPr/>
            </a:pPr>
            <a:r>
              <a:rPr lang="en-IN" sz="4400" b="1" spc="-10"/>
              <a:t>Design &amp; Implementation</a:t>
            </a:r>
            <a:endParaRPr sz="4400" b="1" spc="-10"/>
          </a:p>
        </p:txBody>
      </p:sp>
      <p:grpSp>
        <p:nvGrpSpPr>
          <p:cNvPr id="1360185970" name="object 4"/>
          <p:cNvGrpSpPr/>
          <p:nvPr/>
        </p:nvGrpSpPr>
        <p:grpSpPr bwMode="auto">
          <a:xfrm>
            <a:off x="-5332" y="1619250"/>
            <a:ext cx="10061575" cy="160020"/>
            <a:chOff x="-5332" y="1619250"/>
            <a:chExt cx="10061575" cy="160020"/>
          </a:xfrm>
        </p:grpSpPr>
        <p:sp>
          <p:nvSpPr>
            <p:cNvPr id="5" name="object 5"/>
            <p:cNvSpPr/>
            <p:nvPr/>
          </p:nvSpPr>
          <p:spPr bwMode="auto">
            <a:xfrm>
              <a:off x="0" y="1624583"/>
              <a:ext cx="5762625" cy="147955"/>
            </a:xfrm>
            <a:custGeom>
              <a:avLst/>
              <a:gdLst/>
              <a:ahLst/>
              <a:cxnLst/>
              <a:rect l="l" t="t" r="r" b="b"/>
              <a:pathLst>
                <a:path w="5762625" h="147955" fill="norm" stroke="1" extrusionOk="0">
                  <a:moveTo>
                    <a:pt x="5762244" y="147828"/>
                  </a:moveTo>
                  <a:lnTo>
                    <a:pt x="0" y="147828"/>
                  </a:lnTo>
                  <a:lnTo>
                    <a:pt x="0" y="0"/>
                  </a:lnTo>
                  <a:lnTo>
                    <a:pt x="5762244" y="0"/>
                  </a:lnTo>
                  <a:lnTo>
                    <a:pt x="5762244" y="147828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0" y="1624583"/>
              <a:ext cx="5762625" cy="147955"/>
            </a:xfrm>
            <a:custGeom>
              <a:avLst/>
              <a:gdLst/>
              <a:ahLst/>
              <a:cxnLst/>
              <a:rect l="l" t="t" r="r" b="b"/>
              <a:pathLst>
                <a:path w="5762625" h="147955" fill="norm" stroke="1" extrusionOk="0">
                  <a:moveTo>
                    <a:pt x="0" y="0"/>
                  </a:moveTo>
                  <a:lnTo>
                    <a:pt x="5762244" y="0"/>
                  </a:lnTo>
                  <a:lnTo>
                    <a:pt x="5762244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5762244" y="1624583"/>
              <a:ext cx="2801620" cy="147955"/>
            </a:xfrm>
            <a:custGeom>
              <a:avLst/>
              <a:gdLst/>
              <a:ahLst/>
              <a:cxnLst/>
              <a:rect l="l" t="t" r="r" b="b"/>
              <a:pathLst>
                <a:path w="2801620" h="147955" fill="norm" stroke="1" extrusionOk="0">
                  <a:moveTo>
                    <a:pt x="0" y="147828"/>
                  </a:moveTo>
                  <a:lnTo>
                    <a:pt x="2801111" y="147828"/>
                  </a:lnTo>
                  <a:lnTo>
                    <a:pt x="2801111" y="0"/>
                  </a:lnTo>
                  <a:lnTo>
                    <a:pt x="0" y="0"/>
                  </a:lnTo>
                  <a:lnTo>
                    <a:pt x="0" y="14782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5762244" y="1624583"/>
              <a:ext cx="2818130" cy="147955"/>
            </a:xfrm>
            <a:custGeom>
              <a:avLst/>
              <a:gdLst/>
              <a:ahLst/>
              <a:cxnLst/>
              <a:rect l="l" t="t" r="r" b="b"/>
              <a:pathLst>
                <a:path w="2818129" h="147955" fill="norm" stroke="1" extrusionOk="0">
                  <a:moveTo>
                    <a:pt x="0" y="0"/>
                  </a:moveTo>
                  <a:lnTo>
                    <a:pt x="2817875" y="0"/>
                  </a:lnTo>
                  <a:lnTo>
                    <a:pt x="2817875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1487423" y="149352"/>
                  </a:moveTo>
                  <a:lnTo>
                    <a:pt x="0" y="149352"/>
                  </a:lnTo>
                  <a:lnTo>
                    <a:pt x="0" y="0"/>
                  </a:lnTo>
                  <a:lnTo>
                    <a:pt x="1487423" y="0"/>
                  </a:lnTo>
                  <a:lnTo>
                    <a:pt x="1487423" y="149352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" name="object 10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0" y="0"/>
                  </a:moveTo>
                  <a:lnTo>
                    <a:pt x="1487423" y="0"/>
                  </a:lnTo>
                  <a:lnTo>
                    <a:pt x="1487423" y="149352"/>
                  </a:lnTo>
                  <a:lnTo>
                    <a:pt x="0" y="1493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07782911" name="TextBox 15"/>
          <p:cNvSpPr txBox="1"/>
          <p:nvPr/>
        </p:nvSpPr>
        <p:spPr bwMode="auto">
          <a:xfrm>
            <a:off x="842196" y="2123376"/>
            <a:ext cx="6320604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/>
              <a:buChar char="v"/>
              <a:defRPr/>
            </a:pPr>
            <a:r>
              <a:rPr lang="en-IN" sz="2000" b="1"/>
              <a:t>System Design</a:t>
            </a:r>
            <a:endParaRPr/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IN" sz="2000"/>
              <a:t> Architecture: </a:t>
            </a:r>
            <a:r>
              <a:rPr lang="en-IN" sz="2000" b="1"/>
              <a:t>User → Program → Database</a:t>
            </a:r>
            <a:r>
              <a:rPr lang="en-IN" sz="2000"/>
              <a:t> </a:t>
            </a:r>
            <a:endParaRPr/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IN" sz="2000"/>
              <a:t> Modules: Input, Voting, Database, Result </a:t>
            </a:r>
            <a:endParaRPr/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IN" sz="2000"/>
              <a:t> Database stores candidates and voter records</a:t>
            </a:r>
            <a:endParaRPr/>
          </a:p>
        </p:txBody>
      </p:sp>
      <p:cxnSp>
        <p:nvCxnSpPr>
          <p:cNvPr id="669401505" name="Straight Connector 17"/>
          <p:cNvCxnSpPr/>
          <p:nvPr/>
        </p:nvCxnSpPr>
        <p:spPr bwMode="auto">
          <a:xfrm>
            <a:off x="381000" y="4267200"/>
            <a:ext cx="79248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54899576" name="TextBox 22"/>
          <p:cNvSpPr txBox="1"/>
          <p:nvPr/>
        </p:nvSpPr>
        <p:spPr bwMode="auto">
          <a:xfrm>
            <a:off x="763998" y="4356204"/>
            <a:ext cx="6477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/>
              <a:buChar char="v"/>
              <a:defRPr/>
            </a:pPr>
            <a:r>
              <a:rPr lang="en-IN" sz="2000" b="1"/>
              <a:t> Implementation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IN" sz="2000"/>
              <a:t> Developed using Python with SQL database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IN" sz="2000"/>
              <a:t> Uses SQL queries: </a:t>
            </a:r>
            <a:endParaRPr/>
          </a:p>
          <a:p>
            <a:pPr marL="742950" lvl="1" indent="-285750">
              <a:buFont typeface="Arial"/>
              <a:buChar char="•"/>
              <a:defRPr/>
            </a:pPr>
            <a:r>
              <a:rPr lang="en-IN" sz="2000" b="1"/>
              <a:t>SELECT</a:t>
            </a:r>
            <a:r>
              <a:rPr lang="en-IN" sz="2000"/>
              <a:t> → fetch data </a:t>
            </a:r>
            <a:endParaRPr/>
          </a:p>
          <a:p>
            <a:pPr marL="742950" lvl="1" indent="-285750">
              <a:buFont typeface="Arial"/>
              <a:buChar char="•"/>
              <a:defRPr/>
            </a:pPr>
            <a:r>
              <a:rPr lang="en-IN" sz="2000" b="1"/>
              <a:t>INSERT</a:t>
            </a:r>
            <a:r>
              <a:rPr lang="en-IN" sz="2000"/>
              <a:t> → store voter </a:t>
            </a:r>
            <a:endParaRPr/>
          </a:p>
          <a:p>
            <a:pPr marL="742950" lvl="1" indent="-285750">
              <a:buFont typeface="Arial"/>
              <a:buChar char="•"/>
              <a:defRPr/>
            </a:pPr>
            <a:r>
              <a:rPr lang="en-IN" sz="2000" b="1"/>
              <a:t>UPDATE</a:t>
            </a:r>
            <a:r>
              <a:rPr lang="en-IN" sz="2000"/>
              <a:t> → increment votes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IN" sz="2000"/>
              <a:t> Ensures secure voting and no duplicate votes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IN" sz="2000"/>
              <a:t> Displays results automatically </a:t>
            </a:r>
            <a:endParaRPr/>
          </a:p>
        </p:txBody>
      </p:sp>
      <p:cxnSp>
        <p:nvCxnSpPr>
          <p:cNvPr id="1037974478" name="Straight Connector 25"/>
          <p:cNvCxnSpPr/>
          <p:nvPr/>
        </p:nvCxnSpPr>
        <p:spPr bwMode="auto">
          <a:xfrm>
            <a:off x="0" y="4191000"/>
            <a:ext cx="10134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47604135" name="Picture 3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55308" y="2279145"/>
            <a:ext cx="1487804" cy="1487804"/>
          </a:xfrm>
          <a:prstGeom prst="rect">
            <a:avLst/>
          </a:prstGeom>
        </p:spPr>
      </p:pic>
      <p:pic>
        <p:nvPicPr>
          <p:cNvPr id="641055562" name="Picture 3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240998" y="4667183"/>
            <a:ext cx="1784769" cy="17847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94966143" name="object 3"/>
          <p:cNvGrpSpPr/>
          <p:nvPr/>
        </p:nvGrpSpPr>
        <p:grpSpPr bwMode="auto">
          <a:xfrm>
            <a:off x="-5332" y="1619250"/>
            <a:ext cx="10061575" cy="160020"/>
            <a:chOff x="-5332" y="1619250"/>
            <a:chExt cx="10061575" cy="160020"/>
          </a:xfrm>
        </p:grpSpPr>
        <p:sp>
          <p:nvSpPr>
            <p:cNvPr id="4" name="object 4"/>
            <p:cNvSpPr/>
            <p:nvPr/>
          </p:nvSpPr>
          <p:spPr bwMode="auto">
            <a:xfrm>
              <a:off x="0" y="1626108"/>
              <a:ext cx="5762625" cy="146685"/>
            </a:xfrm>
            <a:custGeom>
              <a:avLst/>
              <a:gdLst/>
              <a:ahLst/>
              <a:cxnLst/>
              <a:rect l="l" t="t" r="r" b="b"/>
              <a:pathLst>
                <a:path w="5762625" h="146685" fill="norm" stroke="1" extrusionOk="0">
                  <a:moveTo>
                    <a:pt x="5762244" y="146304"/>
                  </a:moveTo>
                  <a:lnTo>
                    <a:pt x="0" y="146304"/>
                  </a:lnTo>
                  <a:lnTo>
                    <a:pt x="0" y="0"/>
                  </a:lnTo>
                  <a:lnTo>
                    <a:pt x="5762244" y="0"/>
                  </a:lnTo>
                  <a:lnTo>
                    <a:pt x="5762244" y="146304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0" y="1626108"/>
              <a:ext cx="5762625" cy="146685"/>
            </a:xfrm>
            <a:custGeom>
              <a:avLst/>
              <a:gdLst/>
              <a:ahLst/>
              <a:cxnLst/>
              <a:rect l="l" t="t" r="r" b="b"/>
              <a:pathLst>
                <a:path w="5762625" h="146685" fill="norm" stroke="1" extrusionOk="0">
                  <a:moveTo>
                    <a:pt x="0" y="0"/>
                  </a:moveTo>
                  <a:lnTo>
                    <a:pt x="5762244" y="0"/>
                  </a:lnTo>
                  <a:lnTo>
                    <a:pt x="5762244" y="146304"/>
                  </a:lnTo>
                  <a:lnTo>
                    <a:pt x="0" y="1463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5762244" y="1624583"/>
              <a:ext cx="2801620" cy="147955"/>
            </a:xfrm>
            <a:custGeom>
              <a:avLst/>
              <a:gdLst/>
              <a:ahLst/>
              <a:cxnLst/>
              <a:rect l="l" t="t" r="r" b="b"/>
              <a:pathLst>
                <a:path w="2801620" h="147955" fill="norm" stroke="1" extrusionOk="0">
                  <a:moveTo>
                    <a:pt x="0" y="147828"/>
                  </a:moveTo>
                  <a:lnTo>
                    <a:pt x="2801111" y="147828"/>
                  </a:lnTo>
                  <a:lnTo>
                    <a:pt x="2801111" y="0"/>
                  </a:lnTo>
                  <a:lnTo>
                    <a:pt x="0" y="0"/>
                  </a:lnTo>
                  <a:lnTo>
                    <a:pt x="0" y="14782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5762244" y="1624583"/>
              <a:ext cx="2818130" cy="147955"/>
            </a:xfrm>
            <a:custGeom>
              <a:avLst/>
              <a:gdLst/>
              <a:ahLst/>
              <a:cxnLst/>
              <a:rect l="l" t="t" r="r" b="b"/>
              <a:pathLst>
                <a:path w="2818129" h="147955" fill="norm" stroke="1" extrusionOk="0">
                  <a:moveTo>
                    <a:pt x="0" y="0"/>
                  </a:moveTo>
                  <a:lnTo>
                    <a:pt x="2817875" y="0"/>
                  </a:lnTo>
                  <a:lnTo>
                    <a:pt x="2817875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1487423" y="149352"/>
                  </a:moveTo>
                  <a:lnTo>
                    <a:pt x="0" y="149352"/>
                  </a:lnTo>
                  <a:lnTo>
                    <a:pt x="0" y="0"/>
                  </a:lnTo>
                  <a:lnTo>
                    <a:pt x="1487423" y="0"/>
                  </a:lnTo>
                  <a:lnTo>
                    <a:pt x="1487423" y="149352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0" y="0"/>
                  </a:moveTo>
                  <a:lnTo>
                    <a:pt x="1487423" y="0"/>
                  </a:lnTo>
                  <a:lnTo>
                    <a:pt x="1487423" y="149352"/>
                  </a:lnTo>
                  <a:lnTo>
                    <a:pt x="0" y="1493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71814361" name="Title 31"/>
          <p:cNvSpPr>
            <a:spLocks noGrp="1"/>
          </p:cNvSpPr>
          <p:nvPr>
            <p:ph type="title"/>
          </p:nvPr>
        </p:nvSpPr>
        <p:spPr bwMode="auto">
          <a:xfrm>
            <a:off x="2508885" y="775589"/>
            <a:ext cx="5040630" cy="677108"/>
          </a:xfrm>
        </p:spPr>
        <p:txBody>
          <a:bodyPr/>
          <a:lstStyle/>
          <a:p>
            <a:pPr>
              <a:defRPr/>
            </a:pPr>
            <a:r>
              <a:rPr lang="en-IN" sz="4400" b="1"/>
              <a:t>Data Flow Diagram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855626" name="object 2"/>
          <p:cNvSpPr txBox="1">
            <a:spLocks noGrp="1"/>
          </p:cNvSpPr>
          <p:nvPr>
            <p:ph type="title"/>
          </p:nvPr>
        </p:nvSpPr>
        <p:spPr bwMode="auto">
          <a:xfrm>
            <a:off x="766434" y="707698"/>
            <a:ext cx="9284727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4400" b="1"/>
              <a:t>Hardware/Software</a:t>
            </a:r>
            <a:r>
              <a:rPr sz="4400" b="1" spc="-5"/>
              <a:t> </a:t>
            </a:r>
            <a:r>
              <a:rPr sz="4400" b="1" spc="-10"/>
              <a:t>Requirements</a:t>
            </a:r>
            <a:endParaRPr/>
          </a:p>
        </p:txBody>
      </p:sp>
      <p:sp>
        <p:nvSpPr>
          <p:cNvPr id="166951439" name="object 3"/>
          <p:cNvSpPr txBox="1"/>
          <p:nvPr/>
        </p:nvSpPr>
        <p:spPr bwMode="auto">
          <a:xfrm>
            <a:off x="766434" y="2051183"/>
            <a:ext cx="4842510" cy="5050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v"/>
              <a:defRPr/>
            </a:pPr>
            <a:r>
              <a:rPr lang="en-IN" sz="2000" b="1"/>
              <a:t>Hardware Requirements</a:t>
            </a:r>
            <a:endParaRPr/>
          </a:p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en-IN" sz="2000"/>
              <a:t>Computer / Laptop </a:t>
            </a:r>
            <a:endParaRPr/>
          </a:p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en-IN" sz="2000"/>
              <a:t>Minimum 4 GB RAM </a:t>
            </a:r>
            <a:endParaRPr/>
          </a:p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en-IN" sz="2000"/>
              <a:t>Keyboard &amp; Monitor </a:t>
            </a:r>
            <a:endParaRPr/>
          </a:p>
          <a:p>
            <a:pPr>
              <a:defRPr/>
            </a:pPr>
            <a:br>
              <a:rPr lang="en-IN" sz="2000"/>
            </a:br>
            <a:endParaRPr lang="en-IN" sz="2000"/>
          </a:p>
          <a:p>
            <a:pPr marL="285750" indent="-285750">
              <a:lnSpc>
                <a:spcPct val="150000"/>
              </a:lnSpc>
              <a:buFont typeface="Wingdings"/>
              <a:buChar char="v"/>
              <a:defRPr/>
            </a:pPr>
            <a:r>
              <a:rPr lang="en-IN" sz="2000" b="1"/>
              <a:t>Software Requirements</a:t>
            </a:r>
            <a:endParaRPr/>
          </a:p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en-IN" sz="2000"/>
              <a:t>Operating System (Windows/Linux) </a:t>
            </a:r>
            <a:endParaRPr/>
          </a:p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en-IN" sz="2000"/>
              <a:t>Programming Language </a:t>
            </a:r>
            <a:endParaRPr/>
          </a:p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en-IN" sz="2000"/>
              <a:t>Database (SQLite / MySQL) </a:t>
            </a:r>
            <a:endParaRPr/>
          </a:p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en-IN" sz="2000"/>
              <a:t>Code Editor (VS Code / Notepad++)</a:t>
            </a:r>
            <a:endParaRPr/>
          </a:p>
          <a:p>
            <a:pPr marL="201930" indent="-18923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1930" algn="l"/>
              </a:tabLst>
              <a:defRPr/>
            </a:pP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1063944692" name="object 4"/>
          <p:cNvGrpSpPr/>
          <p:nvPr/>
        </p:nvGrpSpPr>
        <p:grpSpPr bwMode="auto">
          <a:xfrm>
            <a:off x="-5332" y="1619250"/>
            <a:ext cx="10061575" cy="160020"/>
            <a:chOff x="-5332" y="1619250"/>
            <a:chExt cx="10061575" cy="160020"/>
          </a:xfrm>
        </p:grpSpPr>
        <p:sp>
          <p:nvSpPr>
            <p:cNvPr id="5" name="object 5"/>
            <p:cNvSpPr/>
            <p:nvPr/>
          </p:nvSpPr>
          <p:spPr bwMode="auto">
            <a:xfrm>
              <a:off x="0" y="1624583"/>
              <a:ext cx="5762625" cy="147955"/>
            </a:xfrm>
            <a:custGeom>
              <a:avLst/>
              <a:gdLst/>
              <a:ahLst/>
              <a:cxnLst/>
              <a:rect l="l" t="t" r="r" b="b"/>
              <a:pathLst>
                <a:path w="5762625" h="147955" fill="norm" stroke="1" extrusionOk="0">
                  <a:moveTo>
                    <a:pt x="5762244" y="147828"/>
                  </a:moveTo>
                  <a:lnTo>
                    <a:pt x="0" y="147828"/>
                  </a:lnTo>
                  <a:lnTo>
                    <a:pt x="0" y="0"/>
                  </a:lnTo>
                  <a:lnTo>
                    <a:pt x="5762244" y="0"/>
                  </a:lnTo>
                  <a:lnTo>
                    <a:pt x="5762244" y="147828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0" y="1624583"/>
              <a:ext cx="5762625" cy="147955"/>
            </a:xfrm>
            <a:custGeom>
              <a:avLst/>
              <a:gdLst/>
              <a:ahLst/>
              <a:cxnLst/>
              <a:rect l="l" t="t" r="r" b="b"/>
              <a:pathLst>
                <a:path w="5762625" h="147955" fill="norm" stroke="1" extrusionOk="0">
                  <a:moveTo>
                    <a:pt x="0" y="0"/>
                  </a:moveTo>
                  <a:lnTo>
                    <a:pt x="5762244" y="0"/>
                  </a:lnTo>
                  <a:lnTo>
                    <a:pt x="5762244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5762244" y="1624583"/>
              <a:ext cx="2801620" cy="147955"/>
            </a:xfrm>
            <a:custGeom>
              <a:avLst/>
              <a:gdLst/>
              <a:ahLst/>
              <a:cxnLst/>
              <a:rect l="l" t="t" r="r" b="b"/>
              <a:pathLst>
                <a:path w="2801620" h="147955" fill="norm" stroke="1" extrusionOk="0">
                  <a:moveTo>
                    <a:pt x="0" y="147828"/>
                  </a:moveTo>
                  <a:lnTo>
                    <a:pt x="2801111" y="147828"/>
                  </a:lnTo>
                  <a:lnTo>
                    <a:pt x="2801111" y="0"/>
                  </a:lnTo>
                  <a:lnTo>
                    <a:pt x="0" y="0"/>
                  </a:lnTo>
                  <a:lnTo>
                    <a:pt x="0" y="14782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5762244" y="1624583"/>
              <a:ext cx="2818130" cy="147955"/>
            </a:xfrm>
            <a:custGeom>
              <a:avLst/>
              <a:gdLst/>
              <a:ahLst/>
              <a:cxnLst/>
              <a:rect l="l" t="t" r="r" b="b"/>
              <a:pathLst>
                <a:path w="2818129" h="147955" fill="norm" stroke="1" extrusionOk="0">
                  <a:moveTo>
                    <a:pt x="0" y="0"/>
                  </a:moveTo>
                  <a:lnTo>
                    <a:pt x="2817875" y="0"/>
                  </a:lnTo>
                  <a:lnTo>
                    <a:pt x="2817875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1487423" y="149352"/>
                  </a:moveTo>
                  <a:lnTo>
                    <a:pt x="0" y="149352"/>
                  </a:lnTo>
                  <a:lnTo>
                    <a:pt x="0" y="0"/>
                  </a:lnTo>
                  <a:lnTo>
                    <a:pt x="1487423" y="0"/>
                  </a:lnTo>
                  <a:lnTo>
                    <a:pt x="1487423" y="149352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" name="object 10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0" y="0"/>
                  </a:moveTo>
                  <a:lnTo>
                    <a:pt x="1487423" y="0"/>
                  </a:lnTo>
                  <a:lnTo>
                    <a:pt x="1487423" y="149352"/>
                  </a:lnTo>
                  <a:lnTo>
                    <a:pt x="0" y="1493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028679" name="object 2"/>
          <p:cNvSpPr txBox="1">
            <a:spLocks noGrp="1"/>
          </p:cNvSpPr>
          <p:nvPr>
            <p:ph type="title"/>
          </p:nvPr>
        </p:nvSpPr>
        <p:spPr bwMode="auto">
          <a:xfrm>
            <a:off x="1324711" y="781047"/>
            <a:ext cx="6177345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20140">
              <a:lnSpc>
                <a:spcPct val="100000"/>
              </a:lnSpc>
              <a:spcBef>
                <a:spcPts val="135"/>
              </a:spcBef>
              <a:defRPr/>
            </a:pPr>
            <a:r>
              <a:rPr lang="en-IN" sz="4400" b="1" spc="-10"/>
              <a:t>Result &amp; Discussion</a:t>
            </a:r>
            <a:endParaRPr sz="4400" b="1" spc="-10"/>
          </a:p>
        </p:txBody>
      </p:sp>
      <p:grpSp>
        <p:nvGrpSpPr>
          <p:cNvPr id="1530026962" name="object 3"/>
          <p:cNvGrpSpPr/>
          <p:nvPr/>
        </p:nvGrpSpPr>
        <p:grpSpPr bwMode="auto">
          <a:xfrm>
            <a:off x="-5332" y="1619250"/>
            <a:ext cx="10061575" cy="160020"/>
            <a:chOff x="-5332" y="1619250"/>
            <a:chExt cx="10061575" cy="160020"/>
          </a:xfrm>
        </p:grpSpPr>
        <p:sp>
          <p:nvSpPr>
            <p:cNvPr id="4" name="object 4"/>
            <p:cNvSpPr/>
            <p:nvPr/>
          </p:nvSpPr>
          <p:spPr bwMode="auto">
            <a:xfrm>
              <a:off x="0" y="1624583"/>
              <a:ext cx="5762625" cy="147955"/>
            </a:xfrm>
            <a:custGeom>
              <a:avLst/>
              <a:gdLst/>
              <a:ahLst/>
              <a:cxnLst/>
              <a:rect l="l" t="t" r="r" b="b"/>
              <a:pathLst>
                <a:path w="5762625" h="147955" fill="norm" stroke="1" extrusionOk="0">
                  <a:moveTo>
                    <a:pt x="5762244" y="147828"/>
                  </a:moveTo>
                  <a:lnTo>
                    <a:pt x="0" y="147828"/>
                  </a:lnTo>
                  <a:lnTo>
                    <a:pt x="0" y="0"/>
                  </a:lnTo>
                  <a:lnTo>
                    <a:pt x="5762244" y="0"/>
                  </a:lnTo>
                  <a:lnTo>
                    <a:pt x="5762244" y="147828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0" y="1624583"/>
              <a:ext cx="5762625" cy="147955"/>
            </a:xfrm>
            <a:custGeom>
              <a:avLst/>
              <a:gdLst/>
              <a:ahLst/>
              <a:cxnLst/>
              <a:rect l="l" t="t" r="r" b="b"/>
              <a:pathLst>
                <a:path w="5762625" h="147955" fill="norm" stroke="1" extrusionOk="0">
                  <a:moveTo>
                    <a:pt x="0" y="0"/>
                  </a:moveTo>
                  <a:lnTo>
                    <a:pt x="5762244" y="0"/>
                  </a:lnTo>
                  <a:lnTo>
                    <a:pt x="5762244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5762244" y="1624583"/>
              <a:ext cx="2801620" cy="147955"/>
            </a:xfrm>
            <a:custGeom>
              <a:avLst/>
              <a:gdLst/>
              <a:ahLst/>
              <a:cxnLst/>
              <a:rect l="l" t="t" r="r" b="b"/>
              <a:pathLst>
                <a:path w="2801620" h="147955" fill="norm" stroke="1" extrusionOk="0">
                  <a:moveTo>
                    <a:pt x="0" y="147828"/>
                  </a:moveTo>
                  <a:lnTo>
                    <a:pt x="2801111" y="147828"/>
                  </a:lnTo>
                  <a:lnTo>
                    <a:pt x="2801111" y="0"/>
                  </a:lnTo>
                  <a:lnTo>
                    <a:pt x="0" y="0"/>
                  </a:lnTo>
                  <a:lnTo>
                    <a:pt x="0" y="14782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5762244" y="1624583"/>
              <a:ext cx="2818130" cy="147955"/>
            </a:xfrm>
            <a:custGeom>
              <a:avLst/>
              <a:gdLst/>
              <a:ahLst/>
              <a:cxnLst/>
              <a:rect l="l" t="t" r="r" b="b"/>
              <a:pathLst>
                <a:path w="2818129" h="147955" fill="norm" stroke="1" extrusionOk="0">
                  <a:moveTo>
                    <a:pt x="0" y="0"/>
                  </a:moveTo>
                  <a:lnTo>
                    <a:pt x="2817875" y="0"/>
                  </a:lnTo>
                  <a:lnTo>
                    <a:pt x="2817875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1487423" y="149352"/>
                  </a:moveTo>
                  <a:lnTo>
                    <a:pt x="0" y="149352"/>
                  </a:lnTo>
                  <a:lnTo>
                    <a:pt x="0" y="0"/>
                  </a:lnTo>
                  <a:lnTo>
                    <a:pt x="1487423" y="0"/>
                  </a:lnTo>
                  <a:lnTo>
                    <a:pt x="1487423" y="149352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0" y="0"/>
                  </a:moveTo>
                  <a:lnTo>
                    <a:pt x="1487423" y="0"/>
                  </a:lnTo>
                  <a:lnTo>
                    <a:pt x="1487423" y="149352"/>
                  </a:lnTo>
                  <a:lnTo>
                    <a:pt x="0" y="1493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7928518" name="Rectangle: Rounded Corners 19"/>
          <p:cNvSpPr/>
          <p:nvPr/>
        </p:nvSpPr>
        <p:spPr bwMode="auto">
          <a:xfrm>
            <a:off x="260542" y="2218769"/>
            <a:ext cx="3023375" cy="375392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770969896" name="Picture 2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17512" y="2209799"/>
            <a:ext cx="3023375" cy="3753921"/>
          </a:xfrm>
          <a:prstGeom prst="rect">
            <a:avLst/>
          </a:prstGeom>
        </p:spPr>
      </p:pic>
      <p:pic>
        <p:nvPicPr>
          <p:cNvPr id="950469125" name="Picture 2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81800" y="2209800"/>
            <a:ext cx="3023375" cy="3753920"/>
          </a:xfrm>
          <a:prstGeom prst="rect">
            <a:avLst/>
          </a:prstGeom>
        </p:spPr>
      </p:pic>
      <p:sp>
        <p:nvSpPr>
          <p:cNvPr id="1923967090" name="TextBox 30"/>
          <p:cNvSpPr txBox="1"/>
          <p:nvPr/>
        </p:nvSpPr>
        <p:spPr bwMode="auto">
          <a:xfrm>
            <a:off x="368686" y="2408872"/>
            <a:ext cx="2807088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v"/>
              <a:defRPr/>
            </a:pPr>
            <a:r>
              <a:rPr lang="en-GB" b="1"/>
              <a:t>System Performance</a:t>
            </a:r>
            <a:endParaRPr/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GB"/>
              <a:t>Voting process is fast and accurate </a:t>
            </a:r>
            <a:endParaRPr/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GB"/>
              <a:t>Results are generated instantly</a:t>
            </a:r>
            <a:endParaRPr/>
          </a:p>
        </p:txBody>
      </p:sp>
      <p:sp>
        <p:nvSpPr>
          <p:cNvPr id="698390220" name="TextBox 32"/>
          <p:cNvSpPr txBox="1"/>
          <p:nvPr/>
        </p:nvSpPr>
        <p:spPr bwMode="auto">
          <a:xfrm>
            <a:off x="3686174" y="2408872"/>
            <a:ext cx="2980163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v"/>
              <a:defRPr/>
            </a:pPr>
            <a:r>
              <a:rPr lang="en-GB" b="1"/>
              <a:t>Security &amp; Reliability</a:t>
            </a:r>
            <a:endParaRPr/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GB"/>
              <a:t>Prevents duplicate voting using voter ID </a:t>
            </a:r>
            <a:endParaRPr/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GB"/>
              <a:t>Data stored securely in database</a:t>
            </a:r>
            <a:endParaRPr/>
          </a:p>
        </p:txBody>
      </p:sp>
      <p:sp>
        <p:nvSpPr>
          <p:cNvPr id="242853099" name="TextBox 34"/>
          <p:cNvSpPr txBox="1"/>
          <p:nvPr/>
        </p:nvSpPr>
        <p:spPr bwMode="auto">
          <a:xfrm>
            <a:off x="6987046" y="2514600"/>
            <a:ext cx="2702668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v"/>
              <a:defRPr/>
            </a:pPr>
            <a:r>
              <a:rPr lang="en-GB" b="1"/>
              <a:t>Advantages</a:t>
            </a:r>
            <a:endParaRPr/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GB"/>
              <a:t>Easy to use and implement </a:t>
            </a:r>
            <a:endParaRPr/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GB"/>
              <a:t>Reduces manual errors </a:t>
            </a:r>
            <a:endParaRPr/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GB"/>
              <a:t>Saves time and effort</a:t>
            </a:r>
            <a:endParaRPr/>
          </a:p>
        </p:txBody>
      </p:sp>
      <p:pic>
        <p:nvPicPr>
          <p:cNvPr id="721419901" name="Picture 3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48643" y="4704494"/>
            <a:ext cx="1047171" cy="1047171"/>
          </a:xfrm>
          <a:prstGeom prst="rect">
            <a:avLst/>
          </a:prstGeom>
        </p:spPr>
      </p:pic>
      <p:pic>
        <p:nvPicPr>
          <p:cNvPr id="1431856520" name="Picture 38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389803" y="4618479"/>
            <a:ext cx="1219200" cy="1219200"/>
          </a:xfrm>
          <a:prstGeom prst="rect">
            <a:avLst/>
          </a:prstGeom>
        </p:spPr>
      </p:pic>
      <p:pic>
        <p:nvPicPr>
          <p:cNvPr id="1576799063" name="Picture 40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728780" y="4614058"/>
            <a:ext cx="1219200" cy="1219200"/>
          </a:xfrm>
          <a:prstGeom prst="rect">
            <a:avLst/>
          </a:prstGeom>
        </p:spPr>
      </p:pic>
      <p:pic>
        <p:nvPicPr>
          <p:cNvPr id="259084629" name="Picture 42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676400" y="788026"/>
            <a:ext cx="762000" cy="76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0023093" name="Picture 3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54284" y="2273081"/>
            <a:ext cx="3237257" cy="4980864"/>
          </a:xfrm>
          <a:prstGeom prst="rect">
            <a:avLst/>
          </a:prstGeom>
        </p:spPr>
      </p:pic>
      <p:pic>
        <p:nvPicPr>
          <p:cNvPr id="1385410469" name="Picture 3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08529" y="2209800"/>
            <a:ext cx="3236198" cy="4979838"/>
          </a:xfrm>
          <a:prstGeom prst="rect">
            <a:avLst/>
          </a:prstGeom>
        </p:spPr>
      </p:pic>
      <p:sp>
        <p:nvSpPr>
          <p:cNvPr id="1895317854" name="object 2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/>
              <a:t>Conclusion</a:t>
            </a:r>
            <a:r>
              <a:rPr spc="55"/>
              <a:t> </a:t>
            </a:r>
            <a:r>
              <a:rPr/>
              <a:t>&amp;</a:t>
            </a:r>
            <a:r>
              <a:rPr spc="105"/>
              <a:t> </a:t>
            </a:r>
            <a:r>
              <a:rPr/>
              <a:t>Future</a:t>
            </a:r>
            <a:r>
              <a:rPr spc="-40"/>
              <a:t> </a:t>
            </a:r>
            <a:r>
              <a:rPr spc="-30"/>
              <a:t>Work</a:t>
            </a:r>
            <a:endParaRPr/>
          </a:p>
        </p:txBody>
      </p:sp>
      <p:grpSp>
        <p:nvGrpSpPr>
          <p:cNvPr id="1910965434" name="object 3"/>
          <p:cNvGrpSpPr/>
          <p:nvPr/>
        </p:nvGrpSpPr>
        <p:grpSpPr bwMode="auto">
          <a:xfrm>
            <a:off x="-5332" y="1619250"/>
            <a:ext cx="10061575" cy="160020"/>
            <a:chOff x="-5332" y="1619250"/>
            <a:chExt cx="10061575" cy="160020"/>
          </a:xfrm>
        </p:grpSpPr>
        <p:sp>
          <p:nvSpPr>
            <p:cNvPr id="4" name="object 4"/>
            <p:cNvSpPr/>
            <p:nvPr/>
          </p:nvSpPr>
          <p:spPr bwMode="auto">
            <a:xfrm>
              <a:off x="0" y="1626108"/>
              <a:ext cx="5762625" cy="146685"/>
            </a:xfrm>
            <a:custGeom>
              <a:avLst/>
              <a:gdLst/>
              <a:ahLst/>
              <a:cxnLst/>
              <a:rect l="l" t="t" r="r" b="b"/>
              <a:pathLst>
                <a:path w="5762625" h="146685" fill="norm" stroke="1" extrusionOk="0">
                  <a:moveTo>
                    <a:pt x="5762244" y="146304"/>
                  </a:moveTo>
                  <a:lnTo>
                    <a:pt x="0" y="146304"/>
                  </a:lnTo>
                  <a:lnTo>
                    <a:pt x="0" y="0"/>
                  </a:lnTo>
                  <a:lnTo>
                    <a:pt x="5762244" y="0"/>
                  </a:lnTo>
                  <a:lnTo>
                    <a:pt x="5762244" y="146304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0" y="1626108"/>
              <a:ext cx="5762625" cy="146685"/>
            </a:xfrm>
            <a:custGeom>
              <a:avLst/>
              <a:gdLst/>
              <a:ahLst/>
              <a:cxnLst/>
              <a:rect l="l" t="t" r="r" b="b"/>
              <a:pathLst>
                <a:path w="5762625" h="146685" fill="norm" stroke="1" extrusionOk="0">
                  <a:moveTo>
                    <a:pt x="0" y="0"/>
                  </a:moveTo>
                  <a:lnTo>
                    <a:pt x="5762244" y="0"/>
                  </a:lnTo>
                  <a:lnTo>
                    <a:pt x="5762244" y="146304"/>
                  </a:lnTo>
                  <a:lnTo>
                    <a:pt x="0" y="1463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5762244" y="1624583"/>
              <a:ext cx="2801620" cy="147955"/>
            </a:xfrm>
            <a:custGeom>
              <a:avLst/>
              <a:gdLst/>
              <a:ahLst/>
              <a:cxnLst/>
              <a:rect l="l" t="t" r="r" b="b"/>
              <a:pathLst>
                <a:path w="2801620" h="147955" fill="norm" stroke="1" extrusionOk="0">
                  <a:moveTo>
                    <a:pt x="0" y="147828"/>
                  </a:moveTo>
                  <a:lnTo>
                    <a:pt x="2801111" y="147828"/>
                  </a:lnTo>
                  <a:lnTo>
                    <a:pt x="2801111" y="0"/>
                  </a:lnTo>
                  <a:lnTo>
                    <a:pt x="0" y="0"/>
                  </a:lnTo>
                  <a:lnTo>
                    <a:pt x="0" y="14782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5762244" y="1624583"/>
              <a:ext cx="2818130" cy="147955"/>
            </a:xfrm>
            <a:custGeom>
              <a:avLst/>
              <a:gdLst/>
              <a:ahLst/>
              <a:cxnLst/>
              <a:rect l="l" t="t" r="r" b="b"/>
              <a:pathLst>
                <a:path w="2818129" h="147955" fill="norm" stroke="1" extrusionOk="0">
                  <a:moveTo>
                    <a:pt x="0" y="0"/>
                  </a:moveTo>
                  <a:lnTo>
                    <a:pt x="2817875" y="0"/>
                  </a:lnTo>
                  <a:lnTo>
                    <a:pt x="2817875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1487423" y="149352"/>
                  </a:moveTo>
                  <a:lnTo>
                    <a:pt x="0" y="149352"/>
                  </a:lnTo>
                  <a:lnTo>
                    <a:pt x="0" y="0"/>
                  </a:lnTo>
                  <a:lnTo>
                    <a:pt x="1487423" y="0"/>
                  </a:lnTo>
                  <a:lnTo>
                    <a:pt x="1487423" y="149352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0" y="0"/>
                  </a:moveTo>
                  <a:lnTo>
                    <a:pt x="1487423" y="0"/>
                  </a:lnTo>
                  <a:lnTo>
                    <a:pt x="1487423" y="149352"/>
                  </a:lnTo>
                  <a:lnTo>
                    <a:pt x="0" y="1493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79570470" name="object 11"/>
          <p:cNvSpPr txBox="1"/>
          <p:nvPr/>
        </p:nvSpPr>
        <p:spPr bwMode="auto">
          <a:xfrm>
            <a:off x="2428794" y="2483632"/>
            <a:ext cx="2152349" cy="704680"/>
          </a:xfrm>
          <a:prstGeom prst="rect">
            <a:avLst/>
          </a:prstGeom>
          <a:noFill/>
        </p:spPr>
        <p:txBody>
          <a:bodyPr vert="horz" wrap="square" lIns="0" tIns="50165" rIns="0" bIns="0" rtlCol="0">
            <a:spAutoFit/>
          </a:bodyPr>
          <a:lstStyle/>
          <a:p>
            <a:pPr marL="12700" marR="5080" indent="125730">
              <a:lnSpc>
                <a:spcPts val="1700"/>
              </a:lnSpc>
              <a:spcBef>
                <a:spcPts val="395"/>
              </a:spcBef>
              <a:buChar char="•"/>
              <a:tabLst>
                <a:tab pos="138430" algn="l"/>
              </a:tabLst>
              <a:defRPr/>
            </a:pPr>
            <a:r>
              <a:rPr lang="en-GB" sz="1600"/>
              <a:t>The project creates a simple and secure voting.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015375178" name="object 13"/>
          <p:cNvSpPr txBox="1"/>
          <p:nvPr/>
        </p:nvSpPr>
        <p:spPr bwMode="auto">
          <a:xfrm>
            <a:off x="2427254" y="3497096"/>
            <a:ext cx="1908175" cy="486672"/>
          </a:xfrm>
          <a:prstGeom prst="rect">
            <a:avLst/>
          </a:prstGeom>
          <a:noFill/>
        </p:spPr>
        <p:txBody>
          <a:bodyPr vert="horz" wrap="square" lIns="0" tIns="50165" rIns="0" bIns="0" rtlCol="0">
            <a:spAutoFit/>
          </a:bodyPr>
          <a:lstStyle/>
          <a:p>
            <a:pPr marL="12700" marR="5080" indent="125730">
              <a:lnSpc>
                <a:spcPts val="1700"/>
              </a:lnSpc>
              <a:spcBef>
                <a:spcPts val="395"/>
              </a:spcBef>
              <a:buChar char="•"/>
              <a:tabLst>
                <a:tab pos="138430" algn="l"/>
              </a:tabLst>
              <a:defRPr/>
            </a:pPr>
            <a:r>
              <a:rPr lang="en-GB" sz="1600"/>
              <a:t>Ensures one voter can vote only once.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04883229" name="object 15"/>
          <p:cNvSpPr txBox="1"/>
          <p:nvPr/>
        </p:nvSpPr>
        <p:spPr bwMode="auto">
          <a:xfrm>
            <a:off x="2431772" y="4510561"/>
            <a:ext cx="2064028" cy="486672"/>
          </a:xfrm>
          <a:prstGeom prst="rect">
            <a:avLst/>
          </a:prstGeom>
          <a:noFill/>
        </p:spPr>
        <p:txBody>
          <a:bodyPr vert="horz" wrap="square" lIns="0" tIns="50165" rIns="0" bIns="0" rtlCol="0">
            <a:spAutoFit/>
          </a:bodyPr>
          <a:lstStyle/>
          <a:p>
            <a:pPr marL="12700" marR="5080" indent="125730">
              <a:lnSpc>
                <a:spcPts val="1700"/>
              </a:lnSpc>
              <a:spcBef>
                <a:spcPts val="395"/>
              </a:spcBef>
              <a:buChar char="•"/>
              <a:tabLst>
                <a:tab pos="138430" algn="l"/>
              </a:tabLst>
              <a:defRPr/>
            </a:pPr>
            <a:r>
              <a:rPr lang="en-GB" sz="1600"/>
              <a:t>Provides fast and accurate results</a:t>
            </a:r>
            <a:r>
              <a:rPr sz="1650" spc="-10">
                <a:latin typeface="Times New Roman"/>
                <a:cs typeface="Times New Roman"/>
              </a:rPr>
              <a:t>.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341990109" name="object 18"/>
          <p:cNvGrpSpPr/>
          <p:nvPr/>
        </p:nvGrpSpPr>
        <p:grpSpPr bwMode="auto">
          <a:xfrm>
            <a:off x="925830" y="2009394"/>
            <a:ext cx="1388745" cy="1298574"/>
            <a:chOff x="925830" y="2009394"/>
            <a:chExt cx="1388745" cy="1298574"/>
          </a:xfrm>
        </p:grpSpPr>
        <p:sp>
          <p:nvSpPr>
            <p:cNvPr id="19" name="object 19"/>
            <p:cNvSpPr/>
            <p:nvPr/>
          </p:nvSpPr>
          <p:spPr bwMode="auto">
            <a:xfrm>
              <a:off x="931164" y="2014728"/>
              <a:ext cx="1377950" cy="1287780"/>
            </a:xfrm>
            <a:custGeom>
              <a:avLst/>
              <a:gdLst/>
              <a:ahLst/>
              <a:cxnLst/>
              <a:rect l="l" t="t" r="r" b="b"/>
              <a:pathLst>
                <a:path w="1377950" h="1287779" fill="norm" stroke="1" extrusionOk="0">
                  <a:moveTo>
                    <a:pt x="688847" y="1287779"/>
                  </a:moveTo>
                  <a:lnTo>
                    <a:pt x="639768" y="1286164"/>
                  </a:lnTo>
                  <a:lnTo>
                    <a:pt x="591601" y="1281391"/>
                  </a:lnTo>
                  <a:lnTo>
                    <a:pt x="544466" y="1273569"/>
                  </a:lnTo>
                  <a:lnTo>
                    <a:pt x="498480" y="1262806"/>
                  </a:lnTo>
                  <a:lnTo>
                    <a:pt x="453760" y="1249213"/>
                  </a:lnTo>
                  <a:lnTo>
                    <a:pt x="410426" y="1232897"/>
                  </a:lnTo>
                  <a:lnTo>
                    <a:pt x="368595" y="1213969"/>
                  </a:lnTo>
                  <a:lnTo>
                    <a:pt x="328385" y="1192536"/>
                  </a:lnTo>
                  <a:lnTo>
                    <a:pt x="289914" y="1168708"/>
                  </a:lnTo>
                  <a:lnTo>
                    <a:pt x="253301" y="1142594"/>
                  </a:lnTo>
                  <a:lnTo>
                    <a:pt x="218662" y="1114303"/>
                  </a:lnTo>
                  <a:lnTo>
                    <a:pt x="186116" y="1083944"/>
                  </a:lnTo>
                  <a:lnTo>
                    <a:pt x="155781" y="1051625"/>
                  </a:lnTo>
                  <a:lnTo>
                    <a:pt x="127776" y="1017456"/>
                  </a:lnTo>
                  <a:lnTo>
                    <a:pt x="102217" y="981545"/>
                  </a:lnTo>
                  <a:lnTo>
                    <a:pt x="79223" y="944003"/>
                  </a:lnTo>
                  <a:lnTo>
                    <a:pt x="58913" y="904936"/>
                  </a:lnTo>
                  <a:lnTo>
                    <a:pt x="41403" y="864456"/>
                  </a:lnTo>
                  <a:lnTo>
                    <a:pt x="26812" y="822670"/>
                  </a:lnTo>
                  <a:lnTo>
                    <a:pt x="15259" y="779688"/>
                  </a:lnTo>
                  <a:lnTo>
                    <a:pt x="6860" y="735618"/>
                  </a:lnTo>
                  <a:lnTo>
                    <a:pt x="1734" y="690569"/>
                  </a:lnTo>
                  <a:lnTo>
                    <a:pt x="0" y="644651"/>
                  </a:lnTo>
                  <a:lnTo>
                    <a:pt x="1734" y="598543"/>
                  </a:lnTo>
                  <a:lnTo>
                    <a:pt x="6860" y="553321"/>
                  </a:lnTo>
                  <a:lnTo>
                    <a:pt x="15259" y="509093"/>
                  </a:lnTo>
                  <a:lnTo>
                    <a:pt x="26812" y="465968"/>
                  </a:lnTo>
                  <a:lnTo>
                    <a:pt x="41403" y="424054"/>
                  </a:lnTo>
                  <a:lnTo>
                    <a:pt x="58913" y="383458"/>
                  </a:lnTo>
                  <a:lnTo>
                    <a:pt x="79223" y="344289"/>
                  </a:lnTo>
                  <a:lnTo>
                    <a:pt x="102217" y="306656"/>
                  </a:lnTo>
                  <a:lnTo>
                    <a:pt x="127776" y="270667"/>
                  </a:lnTo>
                  <a:lnTo>
                    <a:pt x="155781" y="236429"/>
                  </a:lnTo>
                  <a:lnTo>
                    <a:pt x="186116" y="204052"/>
                  </a:lnTo>
                  <a:lnTo>
                    <a:pt x="218662" y="173643"/>
                  </a:lnTo>
                  <a:lnTo>
                    <a:pt x="253301" y="145310"/>
                  </a:lnTo>
                  <a:lnTo>
                    <a:pt x="289914" y="119162"/>
                  </a:lnTo>
                  <a:lnTo>
                    <a:pt x="328385" y="95307"/>
                  </a:lnTo>
                  <a:lnTo>
                    <a:pt x="368595" y="73853"/>
                  </a:lnTo>
                  <a:lnTo>
                    <a:pt x="410426" y="54909"/>
                  </a:lnTo>
                  <a:lnTo>
                    <a:pt x="453760" y="38582"/>
                  </a:lnTo>
                  <a:lnTo>
                    <a:pt x="498480" y="24981"/>
                  </a:lnTo>
                  <a:lnTo>
                    <a:pt x="544466" y="14214"/>
                  </a:lnTo>
                  <a:lnTo>
                    <a:pt x="591601" y="6389"/>
                  </a:lnTo>
                  <a:lnTo>
                    <a:pt x="639768" y="1615"/>
                  </a:lnTo>
                  <a:lnTo>
                    <a:pt x="688847" y="0"/>
                  </a:lnTo>
                  <a:lnTo>
                    <a:pt x="738109" y="1615"/>
                  </a:lnTo>
                  <a:lnTo>
                    <a:pt x="786425" y="6389"/>
                  </a:lnTo>
                  <a:lnTo>
                    <a:pt x="833680" y="14214"/>
                  </a:lnTo>
                  <a:lnTo>
                    <a:pt x="879758" y="24981"/>
                  </a:lnTo>
                  <a:lnTo>
                    <a:pt x="924543" y="38582"/>
                  </a:lnTo>
                  <a:lnTo>
                    <a:pt x="967920" y="54909"/>
                  </a:lnTo>
                  <a:lnTo>
                    <a:pt x="1009773" y="73853"/>
                  </a:lnTo>
                  <a:lnTo>
                    <a:pt x="1049986" y="95307"/>
                  </a:lnTo>
                  <a:lnTo>
                    <a:pt x="1088443" y="119162"/>
                  </a:lnTo>
                  <a:lnTo>
                    <a:pt x="1125029" y="145310"/>
                  </a:lnTo>
                  <a:lnTo>
                    <a:pt x="1159628" y="173643"/>
                  </a:lnTo>
                  <a:lnTo>
                    <a:pt x="1192124" y="204052"/>
                  </a:lnTo>
                  <a:lnTo>
                    <a:pt x="1222402" y="236429"/>
                  </a:lnTo>
                  <a:lnTo>
                    <a:pt x="1250345" y="270667"/>
                  </a:lnTo>
                  <a:lnTo>
                    <a:pt x="1275839" y="306656"/>
                  </a:lnTo>
                  <a:lnTo>
                    <a:pt x="1298766" y="344289"/>
                  </a:lnTo>
                  <a:lnTo>
                    <a:pt x="1319012" y="383458"/>
                  </a:lnTo>
                  <a:lnTo>
                    <a:pt x="1336461" y="424054"/>
                  </a:lnTo>
                  <a:lnTo>
                    <a:pt x="1350997" y="465968"/>
                  </a:lnTo>
                  <a:lnTo>
                    <a:pt x="1362504" y="509093"/>
                  </a:lnTo>
                  <a:lnTo>
                    <a:pt x="1370866" y="553321"/>
                  </a:lnTo>
                  <a:lnTo>
                    <a:pt x="1375969" y="598543"/>
                  </a:lnTo>
                  <a:lnTo>
                    <a:pt x="1377695" y="644651"/>
                  </a:lnTo>
                  <a:lnTo>
                    <a:pt x="1375969" y="690569"/>
                  </a:lnTo>
                  <a:lnTo>
                    <a:pt x="1370866" y="735618"/>
                  </a:lnTo>
                  <a:lnTo>
                    <a:pt x="1362504" y="779688"/>
                  </a:lnTo>
                  <a:lnTo>
                    <a:pt x="1350997" y="822670"/>
                  </a:lnTo>
                  <a:lnTo>
                    <a:pt x="1336461" y="864456"/>
                  </a:lnTo>
                  <a:lnTo>
                    <a:pt x="1319012" y="904936"/>
                  </a:lnTo>
                  <a:lnTo>
                    <a:pt x="1298766" y="944003"/>
                  </a:lnTo>
                  <a:lnTo>
                    <a:pt x="1275839" y="981545"/>
                  </a:lnTo>
                  <a:lnTo>
                    <a:pt x="1250345" y="1017456"/>
                  </a:lnTo>
                  <a:lnTo>
                    <a:pt x="1222402" y="1051625"/>
                  </a:lnTo>
                  <a:lnTo>
                    <a:pt x="1192124" y="1083944"/>
                  </a:lnTo>
                  <a:lnTo>
                    <a:pt x="1159628" y="1114303"/>
                  </a:lnTo>
                  <a:lnTo>
                    <a:pt x="1125029" y="1142594"/>
                  </a:lnTo>
                  <a:lnTo>
                    <a:pt x="1088443" y="1168708"/>
                  </a:lnTo>
                  <a:lnTo>
                    <a:pt x="1049986" y="1192536"/>
                  </a:lnTo>
                  <a:lnTo>
                    <a:pt x="1009773" y="1213969"/>
                  </a:lnTo>
                  <a:lnTo>
                    <a:pt x="967920" y="1232897"/>
                  </a:lnTo>
                  <a:lnTo>
                    <a:pt x="924543" y="1249213"/>
                  </a:lnTo>
                  <a:lnTo>
                    <a:pt x="879758" y="1262806"/>
                  </a:lnTo>
                  <a:lnTo>
                    <a:pt x="833680" y="1273569"/>
                  </a:lnTo>
                  <a:lnTo>
                    <a:pt x="786425" y="1281391"/>
                  </a:lnTo>
                  <a:lnTo>
                    <a:pt x="738109" y="1286164"/>
                  </a:lnTo>
                  <a:lnTo>
                    <a:pt x="688847" y="1287779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0" name="object 20"/>
            <p:cNvSpPr/>
            <p:nvPr/>
          </p:nvSpPr>
          <p:spPr bwMode="auto">
            <a:xfrm>
              <a:off x="931164" y="2014728"/>
              <a:ext cx="1377950" cy="1287780"/>
            </a:xfrm>
            <a:custGeom>
              <a:avLst/>
              <a:gdLst/>
              <a:ahLst/>
              <a:cxnLst/>
              <a:rect l="l" t="t" r="r" b="b"/>
              <a:pathLst>
                <a:path w="1377950" h="1287779" fill="norm" stroke="1" extrusionOk="0">
                  <a:moveTo>
                    <a:pt x="0" y="644651"/>
                  </a:moveTo>
                  <a:lnTo>
                    <a:pt x="1734" y="598543"/>
                  </a:lnTo>
                  <a:lnTo>
                    <a:pt x="6860" y="553321"/>
                  </a:lnTo>
                  <a:lnTo>
                    <a:pt x="15259" y="509093"/>
                  </a:lnTo>
                  <a:lnTo>
                    <a:pt x="26812" y="465968"/>
                  </a:lnTo>
                  <a:lnTo>
                    <a:pt x="41403" y="424054"/>
                  </a:lnTo>
                  <a:lnTo>
                    <a:pt x="58913" y="383458"/>
                  </a:lnTo>
                  <a:lnTo>
                    <a:pt x="79223" y="344289"/>
                  </a:lnTo>
                  <a:lnTo>
                    <a:pt x="102217" y="306656"/>
                  </a:lnTo>
                  <a:lnTo>
                    <a:pt x="127776" y="270667"/>
                  </a:lnTo>
                  <a:lnTo>
                    <a:pt x="155781" y="236429"/>
                  </a:lnTo>
                  <a:lnTo>
                    <a:pt x="186116" y="204052"/>
                  </a:lnTo>
                  <a:lnTo>
                    <a:pt x="218662" y="173643"/>
                  </a:lnTo>
                  <a:lnTo>
                    <a:pt x="253301" y="145310"/>
                  </a:lnTo>
                  <a:lnTo>
                    <a:pt x="289914" y="119162"/>
                  </a:lnTo>
                  <a:lnTo>
                    <a:pt x="328385" y="95307"/>
                  </a:lnTo>
                  <a:lnTo>
                    <a:pt x="368595" y="73853"/>
                  </a:lnTo>
                  <a:lnTo>
                    <a:pt x="410426" y="54909"/>
                  </a:lnTo>
                  <a:lnTo>
                    <a:pt x="453760" y="38582"/>
                  </a:lnTo>
                  <a:lnTo>
                    <a:pt x="498480" y="24981"/>
                  </a:lnTo>
                  <a:lnTo>
                    <a:pt x="544466" y="14214"/>
                  </a:lnTo>
                  <a:lnTo>
                    <a:pt x="591601" y="6389"/>
                  </a:lnTo>
                  <a:lnTo>
                    <a:pt x="639768" y="1615"/>
                  </a:lnTo>
                  <a:lnTo>
                    <a:pt x="688847" y="0"/>
                  </a:lnTo>
                  <a:lnTo>
                    <a:pt x="738109" y="1615"/>
                  </a:lnTo>
                  <a:lnTo>
                    <a:pt x="786425" y="6389"/>
                  </a:lnTo>
                  <a:lnTo>
                    <a:pt x="833680" y="14214"/>
                  </a:lnTo>
                  <a:lnTo>
                    <a:pt x="879758" y="24981"/>
                  </a:lnTo>
                  <a:lnTo>
                    <a:pt x="924543" y="38582"/>
                  </a:lnTo>
                  <a:lnTo>
                    <a:pt x="967920" y="54909"/>
                  </a:lnTo>
                  <a:lnTo>
                    <a:pt x="1009773" y="73853"/>
                  </a:lnTo>
                  <a:lnTo>
                    <a:pt x="1049986" y="95307"/>
                  </a:lnTo>
                  <a:lnTo>
                    <a:pt x="1088443" y="119162"/>
                  </a:lnTo>
                  <a:lnTo>
                    <a:pt x="1125029" y="145310"/>
                  </a:lnTo>
                  <a:lnTo>
                    <a:pt x="1159628" y="173643"/>
                  </a:lnTo>
                  <a:lnTo>
                    <a:pt x="1192124" y="204052"/>
                  </a:lnTo>
                  <a:lnTo>
                    <a:pt x="1222402" y="236429"/>
                  </a:lnTo>
                  <a:lnTo>
                    <a:pt x="1250345" y="270667"/>
                  </a:lnTo>
                  <a:lnTo>
                    <a:pt x="1275839" y="306656"/>
                  </a:lnTo>
                  <a:lnTo>
                    <a:pt x="1298766" y="344289"/>
                  </a:lnTo>
                  <a:lnTo>
                    <a:pt x="1319012" y="383458"/>
                  </a:lnTo>
                  <a:lnTo>
                    <a:pt x="1336461" y="424054"/>
                  </a:lnTo>
                  <a:lnTo>
                    <a:pt x="1350997" y="465968"/>
                  </a:lnTo>
                  <a:lnTo>
                    <a:pt x="1362504" y="509093"/>
                  </a:lnTo>
                  <a:lnTo>
                    <a:pt x="1370866" y="553321"/>
                  </a:lnTo>
                  <a:lnTo>
                    <a:pt x="1375969" y="598543"/>
                  </a:lnTo>
                  <a:lnTo>
                    <a:pt x="1377695" y="644651"/>
                  </a:lnTo>
                  <a:lnTo>
                    <a:pt x="1375969" y="690569"/>
                  </a:lnTo>
                  <a:lnTo>
                    <a:pt x="1370866" y="735618"/>
                  </a:lnTo>
                  <a:lnTo>
                    <a:pt x="1362504" y="779688"/>
                  </a:lnTo>
                  <a:lnTo>
                    <a:pt x="1350997" y="822670"/>
                  </a:lnTo>
                  <a:lnTo>
                    <a:pt x="1336461" y="864456"/>
                  </a:lnTo>
                  <a:lnTo>
                    <a:pt x="1319012" y="904936"/>
                  </a:lnTo>
                  <a:lnTo>
                    <a:pt x="1298766" y="944003"/>
                  </a:lnTo>
                  <a:lnTo>
                    <a:pt x="1275839" y="981545"/>
                  </a:lnTo>
                  <a:lnTo>
                    <a:pt x="1250345" y="1017456"/>
                  </a:lnTo>
                  <a:lnTo>
                    <a:pt x="1222402" y="1051625"/>
                  </a:lnTo>
                  <a:lnTo>
                    <a:pt x="1192124" y="1083944"/>
                  </a:lnTo>
                  <a:lnTo>
                    <a:pt x="1159628" y="1114303"/>
                  </a:lnTo>
                  <a:lnTo>
                    <a:pt x="1125029" y="1142594"/>
                  </a:lnTo>
                  <a:lnTo>
                    <a:pt x="1088443" y="1168708"/>
                  </a:lnTo>
                  <a:lnTo>
                    <a:pt x="1049986" y="1192536"/>
                  </a:lnTo>
                  <a:lnTo>
                    <a:pt x="1009773" y="1213969"/>
                  </a:lnTo>
                  <a:lnTo>
                    <a:pt x="967920" y="1232897"/>
                  </a:lnTo>
                  <a:lnTo>
                    <a:pt x="924543" y="1249213"/>
                  </a:lnTo>
                  <a:lnTo>
                    <a:pt x="879758" y="1262806"/>
                  </a:lnTo>
                  <a:lnTo>
                    <a:pt x="833680" y="1273569"/>
                  </a:lnTo>
                  <a:lnTo>
                    <a:pt x="786425" y="1281391"/>
                  </a:lnTo>
                  <a:lnTo>
                    <a:pt x="738109" y="1286164"/>
                  </a:lnTo>
                  <a:lnTo>
                    <a:pt x="688847" y="1287779"/>
                  </a:lnTo>
                  <a:lnTo>
                    <a:pt x="639768" y="1286164"/>
                  </a:lnTo>
                  <a:lnTo>
                    <a:pt x="591601" y="1281391"/>
                  </a:lnTo>
                  <a:lnTo>
                    <a:pt x="544466" y="1273569"/>
                  </a:lnTo>
                  <a:lnTo>
                    <a:pt x="498480" y="1262806"/>
                  </a:lnTo>
                  <a:lnTo>
                    <a:pt x="453760" y="1249213"/>
                  </a:lnTo>
                  <a:lnTo>
                    <a:pt x="410426" y="1232897"/>
                  </a:lnTo>
                  <a:lnTo>
                    <a:pt x="368595" y="1213969"/>
                  </a:lnTo>
                  <a:lnTo>
                    <a:pt x="328385" y="1192536"/>
                  </a:lnTo>
                  <a:lnTo>
                    <a:pt x="289914" y="1168708"/>
                  </a:lnTo>
                  <a:lnTo>
                    <a:pt x="253301" y="1142594"/>
                  </a:lnTo>
                  <a:lnTo>
                    <a:pt x="218662" y="1114303"/>
                  </a:lnTo>
                  <a:lnTo>
                    <a:pt x="186116" y="1083944"/>
                  </a:lnTo>
                  <a:lnTo>
                    <a:pt x="155781" y="1051625"/>
                  </a:lnTo>
                  <a:lnTo>
                    <a:pt x="127776" y="1017456"/>
                  </a:lnTo>
                  <a:lnTo>
                    <a:pt x="102217" y="981545"/>
                  </a:lnTo>
                  <a:lnTo>
                    <a:pt x="79223" y="944003"/>
                  </a:lnTo>
                  <a:lnTo>
                    <a:pt x="58913" y="904936"/>
                  </a:lnTo>
                  <a:lnTo>
                    <a:pt x="41403" y="864456"/>
                  </a:lnTo>
                  <a:lnTo>
                    <a:pt x="26812" y="822670"/>
                  </a:lnTo>
                  <a:lnTo>
                    <a:pt x="15259" y="779688"/>
                  </a:lnTo>
                  <a:lnTo>
                    <a:pt x="6860" y="735618"/>
                  </a:lnTo>
                  <a:lnTo>
                    <a:pt x="1734" y="690569"/>
                  </a:lnTo>
                  <a:lnTo>
                    <a:pt x="0" y="644651"/>
                  </a:lnTo>
                </a:path>
              </a:pathLst>
            </a:custGeom>
            <a:grpFill/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42681472" name="object 21"/>
          <p:cNvSpPr txBox="1"/>
          <p:nvPr/>
        </p:nvSpPr>
        <p:spPr bwMode="auto">
          <a:xfrm>
            <a:off x="1332971" y="2392134"/>
            <a:ext cx="575310" cy="49466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480" marR="5080" indent="-18415">
              <a:lnSpc>
                <a:spcPts val="1700"/>
              </a:lnSpc>
              <a:spcBef>
                <a:spcPts val="395"/>
              </a:spcBef>
              <a:defRPr/>
            </a:pPr>
            <a:r>
              <a:rPr sz="1650" spc="-10">
                <a:solidFill>
                  <a:srgbClr val="FFFFFF"/>
                </a:solidFill>
                <a:latin typeface="Times New Roman"/>
                <a:cs typeface="Times New Roman"/>
              </a:rPr>
              <a:t>Future Scope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94694404" name="object 23"/>
          <p:cNvSpPr txBox="1"/>
          <p:nvPr/>
        </p:nvSpPr>
        <p:spPr bwMode="auto">
          <a:xfrm>
            <a:off x="6404914" y="2483632"/>
            <a:ext cx="1977086" cy="49466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125730">
              <a:lnSpc>
                <a:spcPts val="1700"/>
              </a:lnSpc>
              <a:spcBef>
                <a:spcPts val="395"/>
              </a:spcBef>
              <a:buChar char="•"/>
              <a:tabLst>
                <a:tab pos="138430" algn="l"/>
              </a:tabLst>
              <a:defRPr/>
            </a:pPr>
            <a:r>
              <a:rPr lang="en-IN" sz="1600"/>
              <a:t>Add GUI for better interface.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29305034" name="object 25"/>
          <p:cNvSpPr txBox="1"/>
          <p:nvPr/>
        </p:nvSpPr>
        <p:spPr bwMode="auto">
          <a:xfrm>
            <a:off x="6371042" y="3606741"/>
            <a:ext cx="2358086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105"/>
              </a:spcBef>
              <a:buChar char="•"/>
              <a:tabLst>
                <a:tab pos="138430" algn="l"/>
              </a:tabLst>
              <a:defRPr/>
            </a:pPr>
            <a:r>
              <a:rPr lang="en-IN" sz="1600"/>
              <a:t>Implement online voting</a:t>
            </a:r>
            <a:r>
              <a:rPr sz="1650" spc="-10">
                <a:latin typeface="Times New Roman"/>
                <a:cs typeface="Times New Roman"/>
              </a:rPr>
              <a:t>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825279964" name="object 27"/>
          <p:cNvSpPr txBox="1"/>
          <p:nvPr/>
        </p:nvSpPr>
        <p:spPr bwMode="auto">
          <a:xfrm>
            <a:off x="6477164" y="4516181"/>
            <a:ext cx="2059305" cy="49466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125730">
              <a:lnSpc>
                <a:spcPts val="1700"/>
              </a:lnSpc>
              <a:spcBef>
                <a:spcPts val="395"/>
              </a:spcBef>
              <a:buChar char="•"/>
              <a:tabLst>
                <a:tab pos="138430" algn="l"/>
              </a:tabLst>
              <a:defRPr/>
            </a:pPr>
            <a:r>
              <a:rPr lang="en-IN" sz="1600"/>
              <a:t>Improve security features.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673062968" name="object 30"/>
          <p:cNvGrpSpPr/>
          <p:nvPr/>
        </p:nvGrpSpPr>
        <p:grpSpPr bwMode="auto">
          <a:xfrm>
            <a:off x="4856226" y="1934717"/>
            <a:ext cx="1477010" cy="1408430"/>
            <a:chOff x="4856226" y="1934717"/>
            <a:chExt cx="1477010" cy="1408430"/>
          </a:xfrm>
          <a:solidFill>
            <a:schemeClr val="accent2"/>
          </a:solidFill>
        </p:grpSpPr>
        <p:sp>
          <p:nvSpPr>
            <p:cNvPr id="31" name="object 31"/>
            <p:cNvSpPr/>
            <p:nvPr/>
          </p:nvSpPr>
          <p:spPr bwMode="auto">
            <a:xfrm>
              <a:off x="4861560" y="1940051"/>
              <a:ext cx="1466215" cy="1397635"/>
            </a:xfrm>
            <a:custGeom>
              <a:avLst/>
              <a:gdLst/>
              <a:ahLst/>
              <a:cxnLst/>
              <a:rect l="l" t="t" r="r" b="b"/>
              <a:pathLst>
                <a:path w="1466214" h="1397635" fill="norm" stroke="1" extrusionOk="0">
                  <a:moveTo>
                    <a:pt x="733043" y="1397508"/>
                  </a:moveTo>
                  <a:lnTo>
                    <a:pt x="684786" y="1396023"/>
                  </a:lnTo>
                  <a:lnTo>
                    <a:pt x="637372" y="1391631"/>
                  </a:lnTo>
                  <a:lnTo>
                    <a:pt x="590895" y="1384422"/>
                  </a:lnTo>
                  <a:lnTo>
                    <a:pt x="545452" y="1374487"/>
                  </a:lnTo>
                  <a:lnTo>
                    <a:pt x="501139" y="1361919"/>
                  </a:lnTo>
                  <a:lnTo>
                    <a:pt x="458053" y="1346808"/>
                  </a:lnTo>
                  <a:lnTo>
                    <a:pt x="416288" y="1329245"/>
                  </a:lnTo>
                  <a:lnTo>
                    <a:pt x="375942" y="1309322"/>
                  </a:lnTo>
                  <a:lnTo>
                    <a:pt x="337109" y="1287131"/>
                  </a:lnTo>
                  <a:lnTo>
                    <a:pt x="299886" y="1262762"/>
                  </a:lnTo>
                  <a:lnTo>
                    <a:pt x="264369" y="1236306"/>
                  </a:lnTo>
                  <a:lnTo>
                    <a:pt x="230654" y="1207855"/>
                  </a:lnTo>
                  <a:lnTo>
                    <a:pt x="198837" y="1177501"/>
                  </a:lnTo>
                  <a:lnTo>
                    <a:pt x="169014" y="1145334"/>
                  </a:lnTo>
                  <a:lnTo>
                    <a:pt x="141280" y="1111447"/>
                  </a:lnTo>
                  <a:lnTo>
                    <a:pt x="115733" y="1075929"/>
                  </a:lnTo>
                  <a:lnTo>
                    <a:pt x="92467" y="1038873"/>
                  </a:lnTo>
                  <a:lnTo>
                    <a:pt x="71579" y="1000369"/>
                  </a:lnTo>
                  <a:lnTo>
                    <a:pt x="53164" y="960510"/>
                  </a:lnTo>
                  <a:lnTo>
                    <a:pt x="37319" y="919386"/>
                  </a:lnTo>
                  <a:lnTo>
                    <a:pt x="24140" y="877089"/>
                  </a:lnTo>
                  <a:lnTo>
                    <a:pt x="13723" y="833709"/>
                  </a:lnTo>
                  <a:lnTo>
                    <a:pt x="6163" y="789339"/>
                  </a:lnTo>
                  <a:lnTo>
                    <a:pt x="1556" y="744069"/>
                  </a:lnTo>
                  <a:lnTo>
                    <a:pt x="0" y="697991"/>
                  </a:lnTo>
                  <a:lnTo>
                    <a:pt x="1688" y="650193"/>
                  </a:lnTo>
                  <a:lnTo>
                    <a:pt x="6681" y="603261"/>
                  </a:lnTo>
                  <a:lnTo>
                    <a:pt x="14870" y="557298"/>
                  </a:lnTo>
                  <a:lnTo>
                    <a:pt x="26147" y="512409"/>
                  </a:lnTo>
                  <a:lnTo>
                    <a:pt x="40404" y="468698"/>
                  </a:lnTo>
                  <a:lnTo>
                    <a:pt x="57531" y="426267"/>
                  </a:lnTo>
                  <a:lnTo>
                    <a:pt x="77420" y="385222"/>
                  </a:lnTo>
                  <a:lnTo>
                    <a:pt x="99963" y="345665"/>
                  </a:lnTo>
                  <a:lnTo>
                    <a:pt x="125051" y="307702"/>
                  </a:lnTo>
                  <a:lnTo>
                    <a:pt x="152576" y="271435"/>
                  </a:lnTo>
                  <a:lnTo>
                    <a:pt x="182429" y="236968"/>
                  </a:lnTo>
                  <a:lnTo>
                    <a:pt x="214503" y="204406"/>
                  </a:lnTo>
                  <a:lnTo>
                    <a:pt x="248687" y="173852"/>
                  </a:lnTo>
                  <a:lnTo>
                    <a:pt x="284875" y="145410"/>
                  </a:lnTo>
                  <a:lnTo>
                    <a:pt x="322957" y="119184"/>
                  </a:lnTo>
                  <a:lnTo>
                    <a:pt x="362824" y="95278"/>
                  </a:lnTo>
                  <a:lnTo>
                    <a:pt x="404370" y="73795"/>
                  </a:lnTo>
                  <a:lnTo>
                    <a:pt x="447484" y="54840"/>
                  </a:lnTo>
                  <a:lnTo>
                    <a:pt x="492059" y="38516"/>
                  </a:lnTo>
                  <a:lnTo>
                    <a:pt x="537986" y="24927"/>
                  </a:lnTo>
                  <a:lnTo>
                    <a:pt x="585156" y="14177"/>
                  </a:lnTo>
                  <a:lnTo>
                    <a:pt x="633461" y="6370"/>
                  </a:lnTo>
                  <a:lnTo>
                    <a:pt x="682793" y="1609"/>
                  </a:lnTo>
                  <a:lnTo>
                    <a:pt x="733043" y="0"/>
                  </a:lnTo>
                  <a:lnTo>
                    <a:pt x="783119" y="1609"/>
                  </a:lnTo>
                  <a:lnTo>
                    <a:pt x="832305" y="6370"/>
                  </a:lnTo>
                  <a:lnTo>
                    <a:pt x="880493" y="14177"/>
                  </a:lnTo>
                  <a:lnTo>
                    <a:pt x="927572" y="24927"/>
                  </a:lnTo>
                  <a:lnTo>
                    <a:pt x="973431" y="38516"/>
                  </a:lnTo>
                  <a:lnTo>
                    <a:pt x="1017960" y="54840"/>
                  </a:lnTo>
                  <a:lnTo>
                    <a:pt x="1061048" y="73795"/>
                  </a:lnTo>
                  <a:lnTo>
                    <a:pt x="1102585" y="95278"/>
                  </a:lnTo>
                  <a:lnTo>
                    <a:pt x="1142461" y="119184"/>
                  </a:lnTo>
                  <a:lnTo>
                    <a:pt x="1180564" y="145410"/>
                  </a:lnTo>
                  <a:lnTo>
                    <a:pt x="1216785" y="173852"/>
                  </a:lnTo>
                  <a:lnTo>
                    <a:pt x="1251013" y="204406"/>
                  </a:lnTo>
                  <a:lnTo>
                    <a:pt x="1283137" y="236968"/>
                  </a:lnTo>
                  <a:lnTo>
                    <a:pt x="1313048" y="271435"/>
                  </a:lnTo>
                  <a:lnTo>
                    <a:pt x="1340634" y="307702"/>
                  </a:lnTo>
                  <a:lnTo>
                    <a:pt x="1365786" y="345665"/>
                  </a:lnTo>
                  <a:lnTo>
                    <a:pt x="1388392" y="385222"/>
                  </a:lnTo>
                  <a:lnTo>
                    <a:pt x="1408342" y="426267"/>
                  </a:lnTo>
                  <a:lnTo>
                    <a:pt x="1425526" y="468698"/>
                  </a:lnTo>
                  <a:lnTo>
                    <a:pt x="1439834" y="512409"/>
                  </a:lnTo>
                  <a:lnTo>
                    <a:pt x="1451154" y="557298"/>
                  </a:lnTo>
                  <a:lnTo>
                    <a:pt x="1459377" y="603261"/>
                  </a:lnTo>
                  <a:lnTo>
                    <a:pt x="1464391" y="650193"/>
                  </a:lnTo>
                  <a:lnTo>
                    <a:pt x="1466087" y="697991"/>
                  </a:lnTo>
                  <a:lnTo>
                    <a:pt x="1464524" y="744069"/>
                  </a:lnTo>
                  <a:lnTo>
                    <a:pt x="1459897" y="789339"/>
                  </a:lnTo>
                  <a:lnTo>
                    <a:pt x="1452307" y="833709"/>
                  </a:lnTo>
                  <a:lnTo>
                    <a:pt x="1441849" y="877089"/>
                  </a:lnTo>
                  <a:lnTo>
                    <a:pt x="1428621" y="919386"/>
                  </a:lnTo>
                  <a:lnTo>
                    <a:pt x="1412723" y="960510"/>
                  </a:lnTo>
                  <a:lnTo>
                    <a:pt x="1394250" y="1000369"/>
                  </a:lnTo>
                  <a:lnTo>
                    <a:pt x="1373302" y="1038873"/>
                  </a:lnTo>
                  <a:lnTo>
                    <a:pt x="1349975" y="1075929"/>
                  </a:lnTo>
                  <a:lnTo>
                    <a:pt x="1324368" y="1111447"/>
                  </a:lnTo>
                  <a:lnTo>
                    <a:pt x="1296577" y="1145334"/>
                  </a:lnTo>
                  <a:lnTo>
                    <a:pt x="1266702" y="1177501"/>
                  </a:lnTo>
                  <a:lnTo>
                    <a:pt x="1234839" y="1207855"/>
                  </a:lnTo>
                  <a:lnTo>
                    <a:pt x="1201087" y="1236306"/>
                  </a:lnTo>
                  <a:lnTo>
                    <a:pt x="1165543" y="1262762"/>
                  </a:lnTo>
                  <a:lnTo>
                    <a:pt x="1128304" y="1287131"/>
                  </a:lnTo>
                  <a:lnTo>
                    <a:pt x="1089469" y="1309322"/>
                  </a:lnTo>
                  <a:lnTo>
                    <a:pt x="1049135" y="1329245"/>
                  </a:lnTo>
                  <a:lnTo>
                    <a:pt x="1007400" y="1346808"/>
                  </a:lnTo>
                  <a:lnTo>
                    <a:pt x="964362" y="1361919"/>
                  </a:lnTo>
                  <a:lnTo>
                    <a:pt x="920119" y="1374487"/>
                  </a:lnTo>
                  <a:lnTo>
                    <a:pt x="874767" y="1384422"/>
                  </a:lnTo>
                  <a:lnTo>
                    <a:pt x="828406" y="1391631"/>
                  </a:lnTo>
                  <a:lnTo>
                    <a:pt x="781132" y="1396023"/>
                  </a:lnTo>
                  <a:lnTo>
                    <a:pt x="733043" y="139750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2" name="object 32"/>
            <p:cNvSpPr/>
            <p:nvPr/>
          </p:nvSpPr>
          <p:spPr bwMode="auto">
            <a:xfrm>
              <a:off x="4861560" y="1940051"/>
              <a:ext cx="1466215" cy="1397635"/>
            </a:xfrm>
            <a:custGeom>
              <a:avLst/>
              <a:gdLst/>
              <a:ahLst/>
              <a:cxnLst/>
              <a:rect l="l" t="t" r="r" b="b"/>
              <a:pathLst>
                <a:path w="1466214" h="1397635" fill="norm" stroke="1" extrusionOk="0">
                  <a:moveTo>
                    <a:pt x="0" y="697991"/>
                  </a:moveTo>
                  <a:lnTo>
                    <a:pt x="1688" y="650193"/>
                  </a:lnTo>
                  <a:lnTo>
                    <a:pt x="6681" y="603261"/>
                  </a:lnTo>
                  <a:lnTo>
                    <a:pt x="14870" y="557298"/>
                  </a:lnTo>
                  <a:lnTo>
                    <a:pt x="26147" y="512409"/>
                  </a:lnTo>
                  <a:lnTo>
                    <a:pt x="40404" y="468698"/>
                  </a:lnTo>
                  <a:lnTo>
                    <a:pt x="57531" y="426267"/>
                  </a:lnTo>
                  <a:lnTo>
                    <a:pt x="77420" y="385222"/>
                  </a:lnTo>
                  <a:lnTo>
                    <a:pt x="99963" y="345665"/>
                  </a:lnTo>
                  <a:lnTo>
                    <a:pt x="125051" y="307702"/>
                  </a:lnTo>
                  <a:lnTo>
                    <a:pt x="152576" y="271435"/>
                  </a:lnTo>
                  <a:lnTo>
                    <a:pt x="182429" y="236968"/>
                  </a:lnTo>
                  <a:lnTo>
                    <a:pt x="214503" y="204406"/>
                  </a:lnTo>
                  <a:lnTo>
                    <a:pt x="248687" y="173852"/>
                  </a:lnTo>
                  <a:lnTo>
                    <a:pt x="284875" y="145410"/>
                  </a:lnTo>
                  <a:lnTo>
                    <a:pt x="322957" y="119184"/>
                  </a:lnTo>
                  <a:lnTo>
                    <a:pt x="362824" y="95278"/>
                  </a:lnTo>
                  <a:lnTo>
                    <a:pt x="404370" y="73795"/>
                  </a:lnTo>
                  <a:lnTo>
                    <a:pt x="447484" y="54840"/>
                  </a:lnTo>
                  <a:lnTo>
                    <a:pt x="492059" y="38516"/>
                  </a:lnTo>
                  <a:lnTo>
                    <a:pt x="537986" y="24927"/>
                  </a:lnTo>
                  <a:lnTo>
                    <a:pt x="585156" y="14177"/>
                  </a:lnTo>
                  <a:lnTo>
                    <a:pt x="633461" y="6370"/>
                  </a:lnTo>
                  <a:lnTo>
                    <a:pt x="682793" y="1609"/>
                  </a:lnTo>
                  <a:lnTo>
                    <a:pt x="733043" y="0"/>
                  </a:lnTo>
                  <a:lnTo>
                    <a:pt x="783119" y="1609"/>
                  </a:lnTo>
                  <a:lnTo>
                    <a:pt x="832305" y="6370"/>
                  </a:lnTo>
                  <a:lnTo>
                    <a:pt x="880493" y="14177"/>
                  </a:lnTo>
                  <a:lnTo>
                    <a:pt x="927572" y="24927"/>
                  </a:lnTo>
                  <a:lnTo>
                    <a:pt x="973431" y="38516"/>
                  </a:lnTo>
                  <a:lnTo>
                    <a:pt x="1017960" y="54840"/>
                  </a:lnTo>
                  <a:lnTo>
                    <a:pt x="1061048" y="73795"/>
                  </a:lnTo>
                  <a:lnTo>
                    <a:pt x="1102585" y="95278"/>
                  </a:lnTo>
                  <a:lnTo>
                    <a:pt x="1142461" y="119184"/>
                  </a:lnTo>
                  <a:lnTo>
                    <a:pt x="1180564" y="145410"/>
                  </a:lnTo>
                  <a:lnTo>
                    <a:pt x="1216785" y="173852"/>
                  </a:lnTo>
                  <a:lnTo>
                    <a:pt x="1251013" y="204406"/>
                  </a:lnTo>
                  <a:lnTo>
                    <a:pt x="1283137" y="236968"/>
                  </a:lnTo>
                  <a:lnTo>
                    <a:pt x="1313048" y="271435"/>
                  </a:lnTo>
                  <a:lnTo>
                    <a:pt x="1340634" y="307702"/>
                  </a:lnTo>
                  <a:lnTo>
                    <a:pt x="1365786" y="345665"/>
                  </a:lnTo>
                  <a:lnTo>
                    <a:pt x="1388392" y="385222"/>
                  </a:lnTo>
                  <a:lnTo>
                    <a:pt x="1408342" y="426267"/>
                  </a:lnTo>
                  <a:lnTo>
                    <a:pt x="1425526" y="468698"/>
                  </a:lnTo>
                  <a:lnTo>
                    <a:pt x="1439834" y="512409"/>
                  </a:lnTo>
                  <a:lnTo>
                    <a:pt x="1451154" y="557298"/>
                  </a:lnTo>
                  <a:lnTo>
                    <a:pt x="1459377" y="603261"/>
                  </a:lnTo>
                  <a:lnTo>
                    <a:pt x="1464391" y="650193"/>
                  </a:lnTo>
                  <a:lnTo>
                    <a:pt x="1466087" y="697991"/>
                  </a:lnTo>
                  <a:lnTo>
                    <a:pt x="1464524" y="744069"/>
                  </a:lnTo>
                  <a:lnTo>
                    <a:pt x="1459897" y="789339"/>
                  </a:lnTo>
                  <a:lnTo>
                    <a:pt x="1452307" y="833709"/>
                  </a:lnTo>
                  <a:lnTo>
                    <a:pt x="1441849" y="877089"/>
                  </a:lnTo>
                  <a:lnTo>
                    <a:pt x="1428621" y="919386"/>
                  </a:lnTo>
                  <a:lnTo>
                    <a:pt x="1412723" y="960510"/>
                  </a:lnTo>
                  <a:lnTo>
                    <a:pt x="1394250" y="1000369"/>
                  </a:lnTo>
                  <a:lnTo>
                    <a:pt x="1373302" y="1038873"/>
                  </a:lnTo>
                  <a:lnTo>
                    <a:pt x="1349975" y="1075929"/>
                  </a:lnTo>
                  <a:lnTo>
                    <a:pt x="1324368" y="1111447"/>
                  </a:lnTo>
                  <a:lnTo>
                    <a:pt x="1296577" y="1145334"/>
                  </a:lnTo>
                  <a:lnTo>
                    <a:pt x="1266702" y="1177501"/>
                  </a:lnTo>
                  <a:lnTo>
                    <a:pt x="1234839" y="1207855"/>
                  </a:lnTo>
                  <a:lnTo>
                    <a:pt x="1201087" y="1236306"/>
                  </a:lnTo>
                  <a:lnTo>
                    <a:pt x="1165543" y="1262762"/>
                  </a:lnTo>
                  <a:lnTo>
                    <a:pt x="1128304" y="1287131"/>
                  </a:lnTo>
                  <a:lnTo>
                    <a:pt x="1089469" y="1309322"/>
                  </a:lnTo>
                  <a:lnTo>
                    <a:pt x="1049135" y="1329245"/>
                  </a:lnTo>
                  <a:lnTo>
                    <a:pt x="1007400" y="1346808"/>
                  </a:lnTo>
                  <a:lnTo>
                    <a:pt x="964362" y="1361919"/>
                  </a:lnTo>
                  <a:lnTo>
                    <a:pt x="920119" y="1374487"/>
                  </a:lnTo>
                  <a:lnTo>
                    <a:pt x="874767" y="1384422"/>
                  </a:lnTo>
                  <a:lnTo>
                    <a:pt x="828406" y="1391631"/>
                  </a:lnTo>
                  <a:lnTo>
                    <a:pt x="781132" y="1396023"/>
                  </a:lnTo>
                  <a:lnTo>
                    <a:pt x="733043" y="1397508"/>
                  </a:lnTo>
                  <a:lnTo>
                    <a:pt x="684786" y="1396023"/>
                  </a:lnTo>
                  <a:lnTo>
                    <a:pt x="637372" y="1391631"/>
                  </a:lnTo>
                  <a:lnTo>
                    <a:pt x="590895" y="1384422"/>
                  </a:lnTo>
                  <a:lnTo>
                    <a:pt x="545452" y="1374487"/>
                  </a:lnTo>
                  <a:lnTo>
                    <a:pt x="501139" y="1361919"/>
                  </a:lnTo>
                  <a:lnTo>
                    <a:pt x="458053" y="1346808"/>
                  </a:lnTo>
                  <a:lnTo>
                    <a:pt x="416288" y="1329245"/>
                  </a:lnTo>
                  <a:lnTo>
                    <a:pt x="375942" y="1309322"/>
                  </a:lnTo>
                  <a:lnTo>
                    <a:pt x="337109" y="1287131"/>
                  </a:lnTo>
                  <a:lnTo>
                    <a:pt x="299886" y="1262762"/>
                  </a:lnTo>
                  <a:lnTo>
                    <a:pt x="264369" y="1236306"/>
                  </a:lnTo>
                  <a:lnTo>
                    <a:pt x="230654" y="1207855"/>
                  </a:lnTo>
                  <a:lnTo>
                    <a:pt x="198837" y="1177501"/>
                  </a:lnTo>
                  <a:lnTo>
                    <a:pt x="169014" y="1145334"/>
                  </a:lnTo>
                  <a:lnTo>
                    <a:pt x="141280" y="1111447"/>
                  </a:lnTo>
                  <a:lnTo>
                    <a:pt x="115733" y="1075929"/>
                  </a:lnTo>
                  <a:lnTo>
                    <a:pt x="92467" y="1038873"/>
                  </a:lnTo>
                  <a:lnTo>
                    <a:pt x="71579" y="1000369"/>
                  </a:lnTo>
                  <a:lnTo>
                    <a:pt x="53164" y="960510"/>
                  </a:lnTo>
                  <a:lnTo>
                    <a:pt x="37319" y="919386"/>
                  </a:lnTo>
                  <a:lnTo>
                    <a:pt x="24140" y="877089"/>
                  </a:lnTo>
                  <a:lnTo>
                    <a:pt x="13723" y="833709"/>
                  </a:lnTo>
                  <a:lnTo>
                    <a:pt x="6163" y="789339"/>
                  </a:lnTo>
                  <a:lnTo>
                    <a:pt x="1556" y="744069"/>
                  </a:lnTo>
                  <a:lnTo>
                    <a:pt x="0" y="697991"/>
                  </a:lnTo>
                </a:path>
              </a:pathLst>
            </a:custGeom>
            <a:grpFill/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73211458" name="object 33"/>
          <p:cNvSpPr txBox="1"/>
          <p:nvPr/>
        </p:nvSpPr>
        <p:spPr bwMode="auto">
          <a:xfrm>
            <a:off x="5103400" y="2480551"/>
            <a:ext cx="98234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50" spc="-10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1957441768" name="Picture 4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463313" y="5497520"/>
            <a:ext cx="1219200" cy="1219200"/>
          </a:xfrm>
          <a:prstGeom prst="rect">
            <a:avLst/>
          </a:prstGeom>
        </p:spPr>
      </p:pic>
      <p:pic>
        <p:nvPicPr>
          <p:cNvPr id="1637106143" name="Picture 43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985487" y="5414608"/>
            <a:ext cx="1219200" cy="121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293450" name="object 2"/>
          <p:cNvSpPr txBox="1">
            <a:spLocks noGrp="1"/>
          </p:cNvSpPr>
          <p:nvPr>
            <p:ph type="title"/>
          </p:nvPr>
        </p:nvSpPr>
        <p:spPr bwMode="auto">
          <a:xfrm>
            <a:off x="3276600" y="910731"/>
            <a:ext cx="3129345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defRPr/>
            </a:pPr>
            <a:r>
              <a:rPr sz="4400" b="1" spc="-10"/>
              <a:t>Limitations</a:t>
            </a:r>
            <a:endParaRPr/>
          </a:p>
        </p:txBody>
      </p:sp>
      <p:grpSp>
        <p:nvGrpSpPr>
          <p:cNvPr id="242733842" name="object 3"/>
          <p:cNvGrpSpPr/>
          <p:nvPr/>
        </p:nvGrpSpPr>
        <p:grpSpPr bwMode="auto">
          <a:xfrm>
            <a:off x="0" y="1705957"/>
            <a:ext cx="10061575" cy="160020"/>
            <a:chOff x="-5332" y="1619250"/>
            <a:chExt cx="10061575" cy="160020"/>
          </a:xfrm>
        </p:grpSpPr>
        <p:sp>
          <p:nvSpPr>
            <p:cNvPr id="4" name="object 4"/>
            <p:cNvSpPr/>
            <p:nvPr/>
          </p:nvSpPr>
          <p:spPr bwMode="auto">
            <a:xfrm>
              <a:off x="0" y="1626108"/>
              <a:ext cx="5762625" cy="146685"/>
            </a:xfrm>
            <a:custGeom>
              <a:avLst/>
              <a:gdLst/>
              <a:ahLst/>
              <a:cxnLst/>
              <a:rect l="l" t="t" r="r" b="b"/>
              <a:pathLst>
                <a:path w="5762625" h="146685" fill="norm" stroke="1" extrusionOk="0">
                  <a:moveTo>
                    <a:pt x="5762244" y="146304"/>
                  </a:moveTo>
                  <a:lnTo>
                    <a:pt x="0" y="146304"/>
                  </a:lnTo>
                  <a:lnTo>
                    <a:pt x="0" y="0"/>
                  </a:lnTo>
                  <a:lnTo>
                    <a:pt x="5762244" y="0"/>
                  </a:lnTo>
                  <a:lnTo>
                    <a:pt x="5762244" y="146304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0" y="1626108"/>
              <a:ext cx="5762625" cy="146685"/>
            </a:xfrm>
            <a:custGeom>
              <a:avLst/>
              <a:gdLst/>
              <a:ahLst/>
              <a:cxnLst/>
              <a:rect l="l" t="t" r="r" b="b"/>
              <a:pathLst>
                <a:path w="5762625" h="146685" fill="norm" stroke="1" extrusionOk="0">
                  <a:moveTo>
                    <a:pt x="0" y="0"/>
                  </a:moveTo>
                  <a:lnTo>
                    <a:pt x="5762244" y="0"/>
                  </a:lnTo>
                  <a:lnTo>
                    <a:pt x="5762244" y="146304"/>
                  </a:lnTo>
                  <a:lnTo>
                    <a:pt x="0" y="1463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5762244" y="1624583"/>
              <a:ext cx="2801620" cy="147955"/>
            </a:xfrm>
            <a:custGeom>
              <a:avLst/>
              <a:gdLst/>
              <a:ahLst/>
              <a:cxnLst/>
              <a:rect l="l" t="t" r="r" b="b"/>
              <a:pathLst>
                <a:path w="2801620" h="147955" fill="norm" stroke="1" extrusionOk="0">
                  <a:moveTo>
                    <a:pt x="0" y="147828"/>
                  </a:moveTo>
                  <a:lnTo>
                    <a:pt x="2801111" y="147828"/>
                  </a:lnTo>
                  <a:lnTo>
                    <a:pt x="2801111" y="0"/>
                  </a:lnTo>
                  <a:lnTo>
                    <a:pt x="0" y="0"/>
                  </a:lnTo>
                  <a:lnTo>
                    <a:pt x="0" y="14782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5762244" y="1624583"/>
              <a:ext cx="2818130" cy="147955"/>
            </a:xfrm>
            <a:custGeom>
              <a:avLst/>
              <a:gdLst/>
              <a:ahLst/>
              <a:cxnLst/>
              <a:rect l="l" t="t" r="r" b="b"/>
              <a:pathLst>
                <a:path w="2818129" h="147955" fill="norm" stroke="1" extrusionOk="0">
                  <a:moveTo>
                    <a:pt x="0" y="0"/>
                  </a:moveTo>
                  <a:lnTo>
                    <a:pt x="2817875" y="0"/>
                  </a:lnTo>
                  <a:lnTo>
                    <a:pt x="2817875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1487423" y="149352"/>
                  </a:moveTo>
                  <a:lnTo>
                    <a:pt x="0" y="149352"/>
                  </a:lnTo>
                  <a:lnTo>
                    <a:pt x="0" y="0"/>
                  </a:lnTo>
                  <a:lnTo>
                    <a:pt x="1487423" y="0"/>
                  </a:lnTo>
                  <a:lnTo>
                    <a:pt x="1487423" y="149352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0" y="0"/>
                  </a:moveTo>
                  <a:lnTo>
                    <a:pt x="1487423" y="0"/>
                  </a:lnTo>
                  <a:lnTo>
                    <a:pt x="1487423" y="149352"/>
                  </a:lnTo>
                  <a:lnTo>
                    <a:pt x="0" y="1493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65992335" name="object 21"/>
          <p:cNvSpPr txBox="1"/>
          <p:nvPr/>
        </p:nvSpPr>
        <p:spPr bwMode="auto">
          <a:xfrm>
            <a:off x="921486" y="2678644"/>
            <a:ext cx="1097915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50" spc="-1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01086431" name="Rectangle: Rounded Corners 35"/>
          <p:cNvSpPr/>
          <p:nvPr/>
        </p:nvSpPr>
        <p:spPr bwMode="auto">
          <a:xfrm>
            <a:off x="304800" y="2133600"/>
            <a:ext cx="2514600" cy="2362199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62171717" name="TextBox 37"/>
          <p:cNvSpPr txBox="1"/>
          <p:nvPr/>
        </p:nvSpPr>
        <p:spPr bwMode="auto">
          <a:xfrm>
            <a:off x="557437" y="2235156"/>
            <a:ext cx="1826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GB"/>
              <a:t>Works only on a local system.</a:t>
            </a:r>
            <a:endParaRPr lang="en-IN"/>
          </a:p>
        </p:txBody>
      </p:sp>
      <p:pic>
        <p:nvPicPr>
          <p:cNvPr id="222610943" name="Picture 3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70146" y="2137317"/>
            <a:ext cx="2542252" cy="2389839"/>
          </a:xfrm>
          <a:prstGeom prst="rect">
            <a:avLst/>
          </a:prstGeom>
        </p:spPr>
      </p:pic>
      <p:pic>
        <p:nvPicPr>
          <p:cNvPr id="577124203" name="Picture 4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70339" y="2235156"/>
            <a:ext cx="2542252" cy="2389839"/>
          </a:xfrm>
          <a:prstGeom prst="rect">
            <a:avLst/>
          </a:prstGeom>
        </p:spPr>
      </p:pic>
      <p:pic>
        <p:nvPicPr>
          <p:cNvPr id="108723095" name="Picture 4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05000" y="4970644"/>
            <a:ext cx="2542252" cy="2389839"/>
          </a:xfrm>
          <a:prstGeom prst="rect">
            <a:avLst/>
          </a:prstGeom>
        </p:spPr>
      </p:pic>
      <p:pic>
        <p:nvPicPr>
          <p:cNvPr id="82166843" name="Picture 4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800" y="4999001"/>
            <a:ext cx="2542252" cy="2389839"/>
          </a:xfrm>
          <a:prstGeom prst="rect">
            <a:avLst/>
          </a:prstGeom>
        </p:spPr>
      </p:pic>
      <p:sp>
        <p:nvSpPr>
          <p:cNvPr id="2084678814" name="TextBox 47"/>
          <p:cNvSpPr txBox="1"/>
          <p:nvPr/>
        </p:nvSpPr>
        <p:spPr bwMode="auto">
          <a:xfrm>
            <a:off x="3810000" y="2355478"/>
            <a:ext cx="15974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IN"/>
              <a:t>Basic security features.</a:t>
            </a:r>
            <a:endParaRPr/>
          </a:p>
        </p:txBody>
      </p:sp>
      <p:sp>
        <p:nvSpPr>
          <p:cNvPr id="35706198" name="TextBox 49"/>
          <p:cNvSpPr txBox="1"/>
          <p:nvPr/>
        </p:nvSpPr>
        <p:spPr bwMode="auto">
          <a:xfrm>
            <a:off x="7070925" y="2393229"/>
            <a:ext cx="21308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IN"/>
              <a:t>Not suitable for large-scale elections</a:t>
            </a:r>
            <a:endParaRPr/>
          </a:p>
        </p:txBody>
      </p:sp>
      <p:sp>
        <p:nvSpPr>
          <p:cNvPr id="603935213" name="TextBox 51"/>
          <p:cNvSpPr txBox="1"/>
          <p:nvPr/>
        </p:nvSpPr>
        <p:spPr bwMode="auto">
          <a:xfrm>
            <a:off x="2227808" y="5105400"/>
            <a:ext cx="17498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GB"/>
              <a:t>No online or remote voting</a:t>
            </a:r>
            <a:endParaRPr lang="en-IN"/>
          </a:p>
        </p:txBody>
      </p:sp>
      <p:sp>
        <p:nvSpPr>
          <p:cNvPr id="933657573" name="TextBox 53"/>
          <p:cNvSpPr txBox="1"/>
          <p:nvPr/>
        </p:nvSpPr>
        <p:spPr bwMode="auto">
          <a:xfrm>
            <a:off x="5563994" y="5136255"/>
            <a:ext cx="19298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GB"/>
              <a:t>Depends on correct user input</a:t>
            </a:r>
            <a:endParaRPr lang="en-IN"/>
          </a:p>
        </p:txBody>
      </p:sp>
      <p:pic>
        <p:nvPicPr>
          <p:cNvPr id="1452612393" name="Picture 5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114656" y="3348227"/>
            <a:ext cx="923330" cy="923330"/>
          </a:xfrm>
          <a:prstGeom prst="rect">
            <a:avLst/>
          </a:prstGeom>
        </p:spPr>
      </p:pic>
      <p:pic>
        <p:nvPicPr>
          <p:cNvPr id="1520257161" name="Picture 57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233746" y="3314592"/>
            <a:ext cx="990600" cy="990600"/>
          </a:xfrm>
          <a:prstGeom prst="rect">
            <a:avLst/>
          </a:prstGeom>
        </p:spPr>
      </p:pic>
      <p:pic>
        <p:nvPicPr>
          <p:cNvPr id="760418419" name="Picture 59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579800" y="3430075"/>
            <a:ext cx="923330" cy="923330"/>
          </a:xfrm>
          <a:prstGeom prst="rect">
            <a:avLst/>
          </a:prstGeom>
        </p:spPr>
      </p:pic>
      <p:pic>
        <p:nvPicPr>
          <p:cNvPr id="1535498604" name="Picture 61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2566526" y="6074453"/>
            <a:ext cx="1003620" cy="1003620"/>
          </a:xfrm>
          <a:prstGeom prst="rect">
            <a:avLst/>
          </a:prstGeom>
        </p:spPr>
      </p:pic>
      <p:pic>
        <p:nvPicPr>
          <p:cNvPr id="1848639446" name="Picture 63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077086" y="6148475"/>
            <a:ext cx="1121738" cy="11217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605670" name="object 2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95425">
              <a:lnSpc>
                <a:spcPct val="100000"/>
              </a:lnSpc>
              <a:spcBef>
                <a:spcPts val="135"/>
              </a:spcBef>
              <a:defRPr/>
            </a:pPr>
            <a:r>
              <a:rPr spc="-10"/>
              <a:t>References</a:t>
            </a:r>
            <a:endParaRPr/>
          </a:p>
        </p:txBody>
      </p:sp>
      <p:grpSp>
        <p:nvGrpSpPr>
          <p:cNvPr id="447984291" name="object 3"/>
          <p:cNvGrpSpPr/>
          <p:nvPr/>
        </p:nvGrpSpPr>
        <p:grpSpPr bwMode="auto">
          <a:xfrm>
            <a:off x="-5332" y="1619250"/>
            <a:ext cx="10061575" cy="160020"/>
            <a:chOff x="-5332" y="1619250"/>
            <a:chExt cx="10061575" cy="160020"/>
          </a:xfrm>
        </p:grpSpPr>
        <p:sp>
          <p:nvSpPr>
            <p:cNvPr id="4" name="object 4"/>
            <p:cNvSpPr/>
            <p:nvPr/>
          </p:nvSpPr>
          <p:spPr bwMode="auto">
            <a:xfrm>
              <a:off x="0" y="1626108"/>
              <a:ext cx="5762625" cy="146685"/>
            </a:xfrm>
            <a:custGeom>
              <a:avLst/>
              <a:gdLst/>
              <a:ahLst/>
              <a:cxnLst/>
              <a:rect l="l" t="t" r="r" b="b"/>
              <a:pathLst>
                <a:path w="5762625" h="146685" fill="norm" stroke="1" extrusionOk="0">
                  <a:moveTo>
                    <a:pt x="5762244" y="146304"/>
                  </a:moveTo>
                  <a:lnTo>
                    <a:pt x="0" y="146304"/>
                  </a:lnTo>
                  <a:lnTo>
                    <a:pt x="0" y="0"/>
                  </a:lnTo>
                  <a:lnTo>
                    <a:pt x="5762244" y="0"/>
                  </a:lnTo>
                  <a:lnTo>
                    <a:pt x="5762244" y="146304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0" y="1626108"/>
              <a:ext cx="5762625" cy="146685"/>
            </a:xfrm>
            <a:custGeom>
              <a:avLst/>
              <a:gdLst/>
              <a:ahLst/>
              <a:cxnLst/>
              <a:rect l="l" t="t" r="r" b="b"/>
              <a:pathLst>
                <a:path w="5762625" h="146685" fill="norm" stroke="1" extrusionOk="0">
                  <a:moveTo>
                    <a:pt x="0" y="0"/>
                  </a:moveTo>
                  <a:lnTo>
                    <a:pt x="5762244" y="0"/>
                  </a:lnTo>
                  <a:lnTo>
                    <a:pt x="5762244" y="146304"/>
                  </a:lnTo>
                  <a:lnTo>
                    <a:pt x="0" y="1463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5762244" y="1624583"/>
              <a:ext cx="2801620" cy="147955"/>
            </a:xfrm>
            <a:custGeom>
              <a:avLst/>
              <a:gdLst/>
              <a:ahLst/>
              <a:cxnLst/>
              <a:rect l="l" t="t" r="r" b="b"/>
              <a:pathLst>
                <a:path w="2801620" h="147955" fill="norm" stroke="1" extrusionOk="0">
                  <a:moveTo>
                    <a:pt x="0" y="147828"/>
                  </a:moveTo>
                  <a:lnTo>
                    <a:pt x="2801111" y="147828"/>
                  </a:lnTo>
                  <a:lnTo>
                    <a:pt x="2801111" y="0"/>
                  </a:lnTo>
                  <a:lnTo>
                    <a:pt x="0" y="0"/>
                  </a:lnTo>
                  <a:lnTo>
                    <a:pt x="0" y="14782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5762244" y="1624583"/>
              <a:ext cx="2818130" cy="147955"/>
            </a:xfrm>
            <a:custGeom>
              <a:avLst/>
              <a:gdLst/>
              <a:ahLst/>
              <a:cxnLst/>
              <a:rect l="l" t="t" r="r" b="b"/>
              <a:pathLst>
                <a:path w="2818129" h="147955" fill="norm" stroke="1" extrusionOk="0">
                  <a:moveTo>
                    <a:pt x="0" y="0"/>
                  </a:moveTo>
                  <a:lnTo>
                    <a:pt x="2817875" y="0"/>
                  </a:lnTo>
                  <a:lnTo>
                    <a:pt x="2817875" y="147828"/>
                  </a:lnTo>
                  <a:lnTo>
                    <a:pt x="0" y="1478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1487423" y="149352"/>
                  </a:moveTo>
                  <a:lnTo>
                    <a:pt x="0" y="149352"/>
                  </a:lnTo>
                  <a:lnTo>
                    <a:pt x="0" y="0"/>
                  </a:lnTo>
                  <a:lnTo>
                    <a:pt x="1487423" y="0"/>
                  </a:lnTo>
                  <a:lnTo>
                    <a:pt x="1487423" y="149352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8563356" y="1624583"/>
              <a:ext cx="1487805" cy="149860"/>
            </a:xfrm>
            <a:custGeom>
              <a:avLst/>
              <a:gdLst/>
              <a:ahLst/>
              <a:cxnLst/>
              <a:rect l="l" t="t" r="r" b="b"/>
              <a:pathLst>
                <a:path w="1487804" h="149860" fill="norm" stroke="1" extrusionOk="0">
                  <a:moveTo>
                    <a:pt x="0" y="0"/>
                  </a:moveTo>
                  <a:lnTo>
                    <a:pt x="1487423" y="0"/>
                  </a:lnTo>
                  <a:lnTo>
                    <a:pt x="1487423" y="149352"/>
                  </a:lnTo>
                  <a:lnTo>
                    <a:pt x="0" y="1493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66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47326342" name="object 10"/>
          <p:cNvSpPr txBox="1">
            <a:spLocks noGrp="1"/>
          </p:cNvSpPr>
          <p:nvPr>
            <p:ph type="body" idx="1"/>
          </p:nvPr>
        </p:nvSpPr>
        <p:spPr bwMode="auto">
          <a:xfrm>
            <a:off x="753908" y="2224566"/>
            <a:ext cx="7109544" cy="4182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4610">
              <a:lnSpc>
                <a:spcPct val="150000"/>
              </a:lnSpc>
              <a:spcBef>
                <a:spcPts val="95"/>
              </a:spcBef>
              <a:tabLst>
                <a:tab pos="266065" algn="l"/>
              </a:tabLst>
              <a:defRPr/>
            </a:pPr>
            <a:r>
              <a:rPr lang="nl-NL" sz="2000"/>
              <a:t>1- GeeksforGeeks (Programming Concepts)</a:t>
            </a:r>
            <a:br>
              <a:rPr lang="nl-NL" sz="2000"/>
            </a:br>
            <a:r>
              <a:rPr lang="nl-NL" sz="2000" u="sng">
                <a:hlinkClick r:id="rId3" tooltip=""/>
              </a:rPr>
              <a:t>https://www.geeksforgeeks.org/</a:t>
            </a:r>
            <a:endParaRPr lang="nl-NL" sz="2000"/>
          </a:p>
          <a:p>
            <a:pPr marL="12700" marR="54610">
              <a:lnSpc>
                <a:spcPct val="150000"/>
              </a:lnSpc>
              <a:spcBef>
                <a:spcPts val="95"/>
              </a:spcBef>
              <a:tabLst>
                <a:tab pos="266065" algn="l"/>
              </a:tabLst>
              <a:defRPr/>
            </a:pPr>
            <a:r>
              <a:rPr lang="nl-NL" sz="2000" spc="-20"/>
              <a:t>2- Physics Wallah </a:t>
            </a:r>
            <a:r>
              <a:rPr lang="en-GB" sz="2000"/>
              <a:t>(SQL &amp; Python Tutorials)</a:t>
            </a:r>
            <a:br>
              <a:rPr lang="en-GB" sz="2000"/>
            </a:br>
            <a:r>
              <a:rPr lang="en-GB" sz="2000" u="sng">
                <a:hlinkClick r:id="rId4" tooltip=""/>
              </a:rPr>
              <a:t>https://www.physicwallah.com/</a:t>
            </a:r>
            <a:endParaRPr lang="en-GB" sz="2000"/>
          </a:p>
          <a:p>
            <a:pPr marL="12700" marR="54610">
              <a:lnSpc>
                <a:spcPct val="150000"/>
              </a:lnSpc>
              <a:spcBef>
                <a:spcPts val="95"/>
              </a:spcBef>
              <a:tabLst>
                <a:tab pos="266065" algn="l"/>
              </a:tabLst>
              <a:defRPr/>
            </a:pPr>
            <a:r>
              <a:rPr lang="en-GB" sz="2000" spc="-20"/>
              <a:t>3- </a:t>
            </a:r>
            <a:r>
              <a:rPr lang="en-IN" sz="2000"/>
              <a:t>Python Documentation</a:t>
            </a:r>
            <a:br>
              <a:rPr lang="en-IN" sz="2000"/>
            </a:br>
            <a:r>
              <a:rPr lang="en-IN" sz="2000" u="sng">
                <a:hlinkClick r:id="rId5" tooltip=""/>
              </a:rPr>
              <a:t>https://docs.python.org/3/</a:t>
            </a:r>
            <a:endParaRPr lang="en-IN" sz="2000"/>
          </a:p>
          <a:p>
            <a:pPr marL="12700" marR="54610">
              <a:lnSpc>
                <a:spcPct val="150000"/>
              </a:lnSpc>
              <a:spcBef>
                <a:spcPts val="95"/>
              </a:spcBef>
              <a:tabLst>
                <a:tab pos="266065" algn="l"/>
              </a:tabLst>
              <a:defRPr/>
            </a:pPr>
            <a:r>
              <a:rPr lang="en-US" sz="2000" spc="-19"/>
              <a:t>4</a:t>
            </a:r>
            <a:r>
              <a:rPr lang="en-GB" sz="2000" spc="-20"/>
              <a:t>-Icons</a:t>
            </a:r>
            <a:br>
              <a:rPr lang="en-IN" sz="2000"/>
            </a:br>
            <a:r>
              <a:rPr lang="en-IN" sz="2000" u="sng">
                <a:hlinkClick r:id="rId6" tooltip=""/>
              </a:rPr>
              <a:t>https://www.flaticon.com/</a:t>
            </a:r>
            <a:endParaRPr lang="en-IN" sz="2000"/>
          </a:p>
          <a:p>
            <a:pPr marL="12700" marR="54610">
              <a:lnSpc>
                <a:spcPct val="102299"/>
              </a:lnSpc>
              <a:spcBef>
                <a:spcPts val="95"/>
              </a:spcBef>
              <a:tabLst>
                <a:tab pos="266065" algn="l"/>
              </a:tabLst>
              <a:defRPr/>
            </a:pPr>
            <a:endParaRPr lang="en-IN"/>
          </a:p>
          <a:p>
            <a:pPr marL="12700" marR="54610">
              <a:lnSpc>
                <a:spcPct val="102299"/>
              </a:lnSpc>
              <a:spcBef>
                <a:spcPts val="95"/>
              </a:spcBef>
              <a:tabLst>
                <a:tab pos="266065" algn="l"/>
              </a:tabLst>
              <a:defRPr/>
            </a:pPr>
            <a:endParaRPr lang="en-IN" spc="-2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253601" name="object 2"/>
          <p:cNvSpPr txBox="1">
            <a:spLocks noGrp="1"/>
          </p:cNvSpPr>
          <p:nvPr>
            <p:ph type="title"/>
          </p:nvPr>
        </p:nvSpPr>
        <p:spPr bwMode="auto">
          <a:xfrm>
            <a:off x="4876800" y="3702890"/>
            <a:ext cx="1343963" cy="57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lang="en-IN" spc="-25"/>
              <a:t>2</a:t>
            </a:r>
            <a:endParaRPr spc="-25"/>
          </a:p>
        </p:txBody>
      </p:sp>
      <p:sp>
        <p:nvSpPr>
          <p:cNvPr id="2004217233" name="object 11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8868105" y="6858000"/>
            <a:ext cx="878305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  <a:defRPr/>
            </a:pPr>
            <a:r>
              <a:rPr lang="en-IN" spc="-25"/>
              <a:t>14</a:t>
            </a:r>
            <a:endParaRPr spc="-25"/>
          </a:p>
        </p:txBody>
      </p:sp>
      <p:pic>
        <p:nvPicPr>
          <p:cNvPr id="828970327" name="Picture 1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057274"/>
            <a:ext cx="10058400" cy="6029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PraveenKumar_23134501026</dc:title>
  <dc:creator>deepak verma</dc:creator>
  <cp:lastModifiedBy/>
  <cp:revision>2</cp:revision>
  <dcterms:created xsi:type="dcterms:W3CDTF">2026-04-17T15:55:29Z</dcterms:created>
  <dcterms:modified xsi:type="dcterms:W3CDTF">2026-04-18T04:06:52Z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2026-04-17T00:00:00Z</vt:filetime>
  </property>
  <property fmtid="{D5CDD505-2E9C-101B-9397-08002B2CF9AE}" pid="3" name="LastSaved">
    <vt:filetime>2026-04-17T00:00:00Z</vt:filetime>
  </property>
  <property fmtid="{D5CDD505-2E9C-101B-9397-08002B2CF9AE}" pid="4" name="Producer">
    <vt:lpwstr>Microsoft: Print To PDF</vt:lpwstr>
  </property>
</Properties>
</file>